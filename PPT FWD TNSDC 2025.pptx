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69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1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68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8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8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9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0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2554542" y="3314150"/>
            <a:ext cx="8610600" cy="2580640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 </a:t>
            </a:r>
            <a:r>
              <a:rPr dirty="0" sz="2400" lang="en-US"/>
              <a:t>V</a:t>
            </a:r>
            <a:r>
              <a:rPr dirty="0" sz="2400" lang="en-US"/>
              <a:t>.</a:t>
            </a:r>
            <a:r>
              <a:rPr dirty="0" sz="2400" lang="en-US"/>
              <a:t>D</a:t>
            </a:r>
            <a:r>
              <a:rPr dirty="0" sz="2400" lang="en-US"/>
              <a:t>E</a:t>
            </a:r>
            <a:r>
              <a:rPr dirty="0" sz="2400" lang="en-US"/>
              <a:t>E</a:t>
            </a:r>
            <a:r>
              <a:rPr dirty="0" sz="2400" lang="en-US"/>
              <a:t>P</a:t>
            </a:r>
            <a:r>
              <a:rPr dirty="0" sz="2400" lang="en-US"/>
              <a:t>I</a:t>
            </a:r>
            <a:r>
              <a:rPr dirty="0" sz="2400" lang="en-US"/>
              <a:t>K</a:t>
            </a:r>
            <a:r>
              <a:rPr dirty="0" sz="2400" lang="en-US"/>
              <a:t>A</a:t>
            </a:r>
            <a:endParaRPr altLang="en-US" lang="zh-CN"/>
          </a:p>
          <a:p>
            <a:r>
              <a:rPr dirty="0" sz="2400" lang="en-US"/>
              <a:t>REGISTER NO AND NMID:</a:t>
            </a:r>
            <a:r>
              <a:rPr dirty="0" sz="2400" lang="en-US"/>
              <a:t>2</a:t>
            </a:r>
            <a:r>
              <a:rPr dirty="0" sz="2400" lang="en-US"/>
              <a:t>0</a:t>
            </a:r>
            <a:r>
              <a:rPr dirty="0" sz="2400" lang="en-US"/>
              <a:t>9</a:t>
            </a:r>
            <a:r>
              <a:rPr dirty="0" sz="2400" lang="en-US"/>
              <a:t>2</a:t>
            </a:r>
            <a:r>
              <a:rPr dirty="0" sz="2400" lang="en-US"/>
              <a:t>4</a:t>
            </a:r>
            <a:r>
              <a:rPr dirty="0" sz="2400" lang="en-US"/>
              <a:t>u</a:t>
            </a:r>
            <a:r>
              <a:rPr dirty="0" sz="2400" lang="en-US"/>
              <a:t>1</a:t>
            </a:r>
            <a:r>
              <a:rPr dirty="0" sz="2400" lang="en-US"/>
              <a:t>8</a:t>
            </a:r>
            <a:r>
              <a:rPr dirty="0" sz="2400" lang="en-US"/>
              <a:t>0</a:t>
            </a:r>
            <a:r>
              <a:rPr dirty="0" sz="2400" lang="en-US"/>
              <a:t>3</a:t>
            </a:r>
            <a:r>
              <a:rPr dirty="0" sz="2400" lang="en-US"/>
              <a:t>7</a:t>
            </a:r>
            <a:r>
              <a:rPr dirty="0" sz="2400" lang="en-US"/>
              <a:t>/</a:t>
            </a:r>
            <a:r>
              <a:rPr dirty="0" sz="2400" lang="en-US"/>
              <a:t> </a:t>
            </a:r>
            <a:r>
              <a:rPr dirty="0" sz="2400" lang="en-US"/>
              <a:t>a</a:t>
            </a:r>
            <a:r>
              <a:rPr dirty="0" sz="2400" lang="en-US"/>
              <a:t>s</a:t>
            </a:r>
            <a:r>
              <a:rPr dirty="0" sz="2400" lang="en-US"/>
              <a:t>t</a:t>
            </a:r>
            <a:r>
              <a:rPr dirty="0" sz="2400" lang="en-US"/>
              <a:t>v</a:t>
            </a:r>
            <a:r>
              <a:rPr dirty="0" sz="2400" lang="en-US"/>
              <a:t>u</a:t>
            </a:r>
            <a:r>
              <a:rPr dirty="0" sz="2400" lang="en-US"/>
              <a:t>2</a:t>
            </a:r>
            <a:r>
              <a:rPr dirty="0" sz="2400" lang="en-US"/>
              <a:t>0</a:t>
            </a:r>
            <a:r>
              <a:rPr dirty="0" sz="2400" lang="en-US"/>
              <a:t>9</a:t>
            </a:r>
            <a:r>
              <a:rPr dirty="0" sz="2400" lang="en-US"/>
              <a:t>2</a:t>
            </a:r>
            <a:r>
              <a:rPr dirty="0" sz="2400" lang="en-US"/>
              <a:t>0</a:t>
            </a:r>
            <a:r>
              <a:rPr dirty="0" sz="2400" lang="en-US"/>
              <a:t>9</a:t>
            </a:r>
            <a:r>
              <a:rPr dirty="0" sz="2400" lang="en-US"/>
              <a:t>2</a:t>
            </a:r>
            <a:r>
              <a:rPr dirty="0" sz="2400" lang="en-US"/>
              <a:t>4</a:t>
            </a:r>
            <a:r>
              <a:rPr dirty="0" sz="2400" lang="en-US"/>
              <a:t>u</a:t>
            </a:r>
            <a:r>
              <a:rPr dirty="0" sz="2400" lang="en-US"/>
              <a:t>1</a:t>
            </a:r>
            <a:r>
              <a:rPr dirty="0" sz="2400" lang="en-US"/>
              <a:t>8</a:t>
            </a:r>
            <a:r>
              <a:rPr dirty="0" sz="2400" lang="en-US"/>
              <a:t>0</a:t>
            </a:r>
            <a:r>
              <a:rPr dirty="0" sz="2400" lang="en-US"/>
              <a:t>3</a:t>
            </a:r>
            <a:r>
              <a:rPr dirty="0" sz="2400" lang="en-US"/>
              <a:t>7</a:t>
            </a:r>
            <a:endParaRPr dirty="0" sz="2400" lang="en-US">
              <a:cs typeface="Calibri"/>
            </a:endParaRPr>
          </a:p>
          <a:p>
            <a:r>
              <a:rPr dirty="0" sz="2400" lang="en-US"/>
              <a:t>DEPARTMENT: </a:t>
            </a:r>
            <a:r>
              <a:rPr dirty="0" sz="2400" lang="en-US"/>
              <a:t>C</a:t>
            </a:r>
            <a:r>
              <a:rPr dirty="0" sz="2400" lang="en-US"/>
              <a:t>O</a:t>
            </a:r>
            <a:r>
              <a:rPr dirty="0" sz="2400" lang="en-US"/>
              <a:t>M</a:t>
            </a:r>
            <a:r>
              <a:rPr dirty="0" sz="2400" lang="en-US"/>
              <a:t>PUTER </a:t>
            </a:r>
            <a:r>
              <a:rPr dirty="0" sz="2400" lang="en-US"/>
              <a:t>S</a:t>
            </a:r>
            <a:r>
              <a:rPr dirty="0" sz="2400" lang="en-US"/>
              <a:t>C</a:t>
            </a:r>
            <a:r>
              <a:rPr dirty="0" sz="2400" lang="en-US"/>
              <a:t>IENCE </a:t>
            </a:r>
            <a:endParaRPr altLang="en-US" lang="zh-CN"/>
          </a:p>
          <a:p>
            <a:r>
              <a:rPr dirty="0" sz="2400" lang="en-US"/>
              <a:t>COLLEGE: COLLEGE/ UNIVERSITY</a:t>
            </a:r>
            <a:r>
              <a:rPr dirty="0" sz="2400" lang="en-US"/>
              <a:t> </a:t>
            </a:r>
            <a:r>
              <a:rPr dirty="0" sz="2400" lang="en-US"/>
              <a:t>S</a:t>
            </a:r>
            <a:r>
              <a:rPr dirty="0" sz="2400" lang="en-US"/>
              <a:t>H</a:t>
            </a:r>
            <a:r>
              <a:rPr dirty="0" sz="2400" lang="en-US"/>
              <a:t>A</a:t>
            </a:r>
            <a:r>
              <a:rPr dirty="0" sz="2400" lang="en-US"/>
              <a:t>N</a:t>
            </a:r>
            <a:r>
              <a:rPr dirty="0" sz="2400" lang="en-US"/>
              <a:t>M</a:t>
            </a:r>
            <a:r>
              <a:rPr dirty="0" sz="2400" lang="en-US"/>
              <a:t>U</a:t>
            </a:r>
            <a:r>
              <a:rPr dirty="0" sz="2400" lang="en-US"/>
              <a:t>GA </a:t>
            </a:r>
            <a:r>
              <a:rPr dirty="0" sz="2400" lang="en-US"/>
              <a:t>INDUSTRIES </a:t>
            </a:r>
            <a:r>
              <a:rPr dirty="0" sz="2400" lang="en-US"/>
              <a:t>ARTS </a:t>
            </a:r>
            <a:r>
              <a:rPr dirty="0" sz="2400" lang="en-US"/>
              <a:t>AND </a:t>
            </a:r>
            <a:r>
              <a:rPr dirty="0" sz="2400" lang="en-US"/>
              <a:t>SCIENCE </a:t>
            </a:r>
            <a:r>
              <a:rPr dirty="0" sz="2400" lang="en-US"/>
              <a:t>COLLEGE</a:t>
            </a:r>
            <a:r>
              <a:rPr dirty="0" sz="2400" lang="en-US"/>
              <a:t>/</a:t>
            </a:r>
            <a:r>
              <a:rPr dirty="0" sz="2400" lang="en-US"/>
              <a:t>T</a:t>
            </a:r>
            <a:r>
              <a:rPr dirty="0" sz="2400" lang="en-US"/>
              <a:t>H</a:t>
            </a:r>
            <a:r>
              <a:rPr dirty="0" sz="2400" lang="en-US"/>
              <a:t>I</a:t>
            </a:r>
            <a:r>
              <a:rPr dirty="0" sz="2400" lang="en-US"/>
              <a:t>R</a:t>
            </a:r>
            <a:r>
              <a:rPr dirty="0" sz="2400" lang="en-US"/>
              <a:t>U</a:t>
            </a:r>
            <a:r>
              <a:rPr dirty="0" sz="2400" lang="en-US"/>
              <a:t>V</a:t>
            </a:r>
            <a:r>
              <a:rPr dirty="0" sz="2400" lang="en-US"/>
              <a:t>A</a:t>
            </a:r>
            <a:r>
              <a:rPr dirty="0" sz="2400" lang="en-US"/>
              <a:t>L</a:t>
            </a:r>
            <a:r>
              <a:rPr dirty="0" sz="2400" lang="en-US"/>
              <a:t>L</a:t>
            </a:r>
            <a:r>
              <a:rPr dirty="0" sz="2400" lang="en-US"/>
              <a:t>U</a:t>
            </a:r>
            <a:r>
              <a:rPr dirty="0" sz="2400" lang="en-US"/>
              <a:t>V</a:t>
            </a:r>
            <a:r>
              <a:rPr dirty="0" sz="2400" lang="en-US"/>
              <a:t>A</a:t>
            </a:r>
            <a:r>
              <a:rPr dirty="0" sz="2400" lang="en-US"/>
              <a:t>R</a:t>
            </a:r>
            <a:r>
              <a:rPr dirty="0" sz="2400" lang="en-US"/>
              <a:t> </a:t>
            </a:r>
            <a:r>
              <a:rPr dirty="0" sz="2400" lang="en-US"/>
              <a:t>UNIVERSITY </a:t>
            </a:r>
            <a:endParaRPr altLang="en-US" lang="zh-CN"/>
          </a:p>
          <a:p>
            <a:r>
              <a:rPr dirty="0" sz="2400" lang="en-US"/>
              <a:t>           </a:t>
            </a:r>
            <a:endParaRPr dirty="0" sz="24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312800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r>
              <a:rPr dirty="0" sz="4250" lang="en-US" spc="25"/>
              <a:t>:</a:t>
            </a:r>
            <a:r>
              <a:rPr dirty="0" sz="4250" lang="en-US" spc="25"/>
              <a:t> INTERACTIVE </a:t>
            </a:r>
            <a:r>
              <a:rPr dirty="0" sz="4250" lang="en-US" spc="25"/>
              <a:t>PROTFOLIO </a:t>
            </a:r>
            <a:r>
              <a:rPr dirty="0" sz="4250" lang="en-US" spc="25"/>
              <a:t>WEBSITE </a:t>
            </a:r>
            <a:r>
              <a:rPr dirty="0" sz="4250" lang="en-US" spc="25"/>
              <a:t>DEVELOPMENT </a:t>
            </a:r>
            <a:endParaRPr sz="4250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7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8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9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0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1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2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3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5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6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7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8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39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40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46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41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42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2395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</a:t>
            </a:r>
            <a:r>
              <a:rPr dirty="0" sz="4250" lang="en-US" spc="10"/>
              <a:t>T</a:t>
            </a:r>
            <a:r>
              <a:rPr dirty="0" sz="4250" lang="en-US" spc="10"/>
              <a:t>:</a:t>
            </a:r>
            <a:r>
              <a:rPr dirty="0" sz="4250" lang="en-US" spc="10"/>
              <a:t>t</a:t>
            </a:r>
            <a:r>
              <a:rPr dirty="0" sz="4250" lang="en-US" spc="10"/>
              <a:t>h</a:t>
            </a:r>
            <a:r>
              <a:rPr dirty="0" sz="4250" lang="en-US" spc="10"/>
              <a:t>e</a:t>
            </a:r>
            <a:r>
              <a:rPr dirty="0" sz="4250" lang="en-US" spc="10"/>
              <a:t> </a:t>
            </a:r>
            <a:r>
              <a:rPr dirty="0" sz="4250" lang="en-US" spc="10"/>
              <a:t>n</a:t>
            </a:r>
            <a:r>
              <a:rPr dirty="0" sz="4250" lang="en-US" spc="10"/>
              <a:t>e</a:t>
            </a:r>
            <a:r>
              <a:rPr dirty="0" sz="4250" lang="en-US" spc="10"/>
              <a:t>e</a:t>
            </a:r>
            <a:r>
              <a:rPr dirty="0" sz="4250" lang="en-US" spc="10"/>
              <a:t>d</a:t>
            </a:r>
            <a:r>
              <a:rPr dirty="0" sz="4250" lang="en-US" spc="10"/>
              <a:t> </a:t>
            </a:r>
            <a:r>
              <a:rPr dirty="0" sz="4250" lang="en-US" spc="10"/>
              <a:t>f</a:t>
            </a:r>
            <a:r>
              <a:rPr dirty="0" sz="4250" lang="en-US" spc="10"/>
              <a:t>o</a:t>
            </a:r>
            <a:r>
              <a:rPr dirty="0" sz="4250" lang="en-US" spc="10"/>
              <a:t>r</a:t>
            </a:r>
            <a:r>
              <a:rPr dirty="0" sz="4250" lang="en-US" spc="10"/>
              <a:t> </a:t>
            </a:r>
            <a:r>
              <a:rPr dirty="0" sz="4250" lang="en-US" spc="10"/>
              <a:t>a</a:t>
            </a:r>
            <a:r>
              <a:rPr dirty="0" sz="4250" lang="en-US" spc="10"/>
              <a:t> </a:t>
            </a:r>
            <a:r>
              <a:rPr dirty="0" sz="4250" lang="en-US" spc="10"/>
              <a:t>p</a:t>
            </a:r>
            <a:r>
              <a:rPr dirty="0" sz="4250" lang="en-US" spc="10"/>
              <a:t>r</a:t>
            </a:r>
            <a:r>
              <a:rPr dirty="0" sz="4250" lang="en-US" spc="10"/>
              <a:t>o</a:t>
            </a:r>
            <a:r>
              <a:rPr dirty="0" sz="4250" lang="en-US" spc="10"/>
              <a:t>f</a:t>
            </a:r>
            <a:r>
              <a:rPr dirty="0" sz="4250" lang="en-US" spc="10"/>
              <a:t>e</a:t>
            </a:r>
            <a:r>
              <a:rPr dirty="0" sz="4250" lang="en-US" spc="10"/>
              <a:t>ssional </a:t>
            </a:r>
            <a:r>
              <a:rPr dirty="0" sz="4250" lang="en-US" spc="10"/>
              <a:t>o</a:t>
            </a:r>
            <a:r>
              <a:rPr dirty="0" sz="4250" lang="en-US" spc="10"/>
              <a:t>n</a:t>
            </a:r>
            <a:r>
              <a:rPr dirty="0" sz="4250" lang="en-US" spc="10"/>
              <a:t>l</a:t>
            </a:r>
            <a:r>
              <a:rPr dirty="0" sz="4250" lang="en-US" spc="10"/>
              <a:t>i</a:t>
            </a:r>
            <a:r>
              <a:rPr dirty="0" sz="4250" lang="en-US" spc="10"/>
              <a:t>ne </a:t>
            </a:r>
            <a:r>
              <a:rPr dirty="0" sz="4250" lang="en-US" spc="10"/>
              <a:t>p</a:t>
            </a:r>
            <a:r>
              <a:rPr dirty="0" sz="4250" lang="en-US" spc="10"/>
              <a:t>r</a:t>
            </a:r>
            <a:r>
              <a:rPr dirty="0" sz="4250" lang="en-US" spc="10"/>
              <a:t>e</a:t>
            </a:r>
            <a:r>
              <a:rPr dirty="0" sz="4250" lang="en-US" spc="10"/>
              <a:t>s</a:t>
            </a:r>
            <a:r>
              <a:rPr dirty="0" sz="4250" lang="en-US" spc="10"/>
              <a:t>e</a:t>
            </a:r>
            <a:r>
              <a:rPr dirty="0" sz="4250" lang="en-US" spc="10"/>
              <a:t>nce </a:t>
            </a:r>
            <a:r>
              <a:rPr dirty="0" sz="4250" lang="en-US" spc="10"/>
              <a:t>i</a:t>
            </a:r>
            <a:r>
              <a:rPr dirty="0" sz="4250" lang="en-US" spc="10"/>
              <a:t>s</a:t>
            </a:r>
            <a:r>
              <a:rPr dirty="0" sz="4250" lang="en-US" spc="10"/>
              <a:t> </a:t>
            </a:r>
            <a:r>
              <a:rPr dirty="0" sz="4250" lang="en-US" spc="10"/>
              <a:t>c</a:t>
            </a:r>
            <a:r>
              <a:rPr dirty="0" sz="4250" lang="en-US" spc="10"/>
              <a:t>r</a:t>
            </a:r>
            <a:r>
              <a:rPr dirty="0" sz="4250" lang="en-US" spc="10"/>
              <a:t>u</a:t>
            </a:r>
            <a:r>
              <a:rPr dirty="0" sz="4250" lang="en-US" spc="10"/>
              <a:t>cial </a:t>
            </a:r>
            <a:r>
              <a:rPr dirty="0" sz="4250" lang="en-US" spc="10"/>
              <a:t>for </a:t>
            </a:r>
            <a:r>
              <a:rPr dirty="0" sz="4250" lang="en-US" spc="10"/>
              <a:t>d</a:t>
            </a:r>
            <a:r>
              <a:rPr dirty="0" sz="4250" lang="en-US" spc="10"/>
              <a:t>e</a:t>
            </a:r>
            <a:r>
              <a:rPr dirty="0" sz="4250" lang="en-US" spc="10"/>
              <a:t>v</a:t>
            </a:r>
            <a:r>
              <a:rPr dirty="0" sz="4250" lang="en-US" spc="10"/>
              <a:t>e</a:t>
            </a:r>
            <a:r>
              <a:rPr dirty="0" sz="4250" lang="en-US" spc="10"/>
              <a:t>l</a:t>
            </a:r>
            <a:r>
              <a:rPr dirty="0" sz="4250" lang="en-US" spc="10"/>
              <a:t>o</a:t>
            </a:r>
            <a:r>
              <a:rPr dirty="0" sz="4250" lang="en-US" spc="10"/>
              <a:t>p</a:t>
            </a:r>
            <a:r>
              <a:rPr dirty="0" sz="4250" lang="en-US" spc="10"/>
              <a:t>e</a:t>
            </a:r>
            <a:r>
              <a:rPr dirty="0" sz="4250" lang="en-US" spc="10"/>
              <a:t>r</a:t>
            </a:r>
            <a:r>
              <a:rPr dirty="0" sz="4250" lang="en-US" spc="10"/>
              <a:t>s</a:t>
            </a:r>
            <a:r>
              <a:rPr dirty="0" sz="4250" lang="en-US" spc="10"/>
              <a:t> </a:t>
            </a:r>
            <a:r>
              <a:rPr dirty="0" sz="4250" lang="en-US" spc="10"/>
              <a:t>a</a:t>
            </a:r>
            <a:r>
              <a:rPr dirty="0" sz="4250" lang="en-US" spc="10"/>
              <a:t>n</a:t>
            </a:r>
            <a:r>
              <a:rPr dirty="0" sz="4250" lang="en-US" spc="10"/>
              <a:t>d</a:t>
            </a:r>
            <a:r>
              <a:rPr dirty="0" sz="4250" lang="en-US" spc="10"/>
              <a:t> </a:t>
            </a:r>
            <a:r>
              <a:rPr dirty="0" sz="4250" lang="en-US" spc="10"/>
              <a:t>d</a:t>
            </a:r>
            <a:r>
              <a:rPr dirty="0" sz="4250" lang="en-US" spc="10"/>
              <a:t>e</a:t>
            </a:r>
            <a:r>
              <a:rPr dirty="0" sz="4250" lang="en-US" spc="10"/>
              <a:t>sig</a:t>
            </a:r>
            <a:r>
              <a:rPr dirty="0" sz="4250" lang="en-US" spc="10"/>
              <a:t>ners</a:t>
            </a:r>
            <a:r>
              <a:rPr dirty="0" sz="4250" lang="en-US" spc="10"/>
              <a:t>.</a:t>
            </a:r>
            <a:r>
              <a:rPr dirty="0" sz="4250" lang="en-US" spc="10"/>
              <a:t>a</a:t>
            </a:r>
            <a:r>
              <a:rPr dirty="0" sz="4250" lang="en-US" spc="10"/>
              <a:t>n</a:t>
            </a:r>
            <a:r>
              <a:rPr dirty="0" sz="4250" lang="en-US" spc="10"/>
              <a:t> </a:t>
            </a:r>
            <a:r>
              <a:rPr dirty="0" sz="4250" lang="en-US" spc="10"/>
              <a:t>interactive </a:t>
            </a:r>
            <a:r>
              <a:rPr dirty="0" sz="4250" lang="en-US" spc="10"/>
              <a:t>p</a:t>
            </a:r>
            <a:r>
              <a:rPr dirty="0" sz="4250" lang="en-US" spc="10"/>
              <a:t>r</a:t>
            </a:r>
            <a:r>
              <a:rPr dirty="0" sz="4250" lang="en-US" spc="10"/>
              <a:t>o</a:t>
            </a:r>
            <a:r>
              <a:rPr dirty="0" sz="4250" lang="en-US" spc="10"/>
              <a:t>t</a:t>
            </a:r>
            <a:r>
              <a:rPr dirty="0" sz="4250" lang="en-US" spc="10"/>
              <a:t>f</a:t>
            </a:r>
            <a:r>
              <a:rPr dirty="0" sz="4250" lang="en-US" spc="10"/>
              <a:t>o</a:t>
            </a:r>
            <a:r>
              <a:rPr dirty="0" sz="4250" lang="en-US" spc="10"/>
              <a:t>l</a:t>
            </a:r>
            <a:r>
              <a:rPr dirty="0" sz="4250" lang="en-US" spc="10"/>
              <a:t>i</a:t>
            </a:r>
            <a:r>
              <a:rPr dirty="0" sz="4250" lang="en-US" spc="10"/>
              <a:t>o</a:t>
            </a:r>
            <a:r>
              <a:rPr dirty="0" sz="4250" lang="en-US" spc="10"/>
              <a:t> </a:t>
            </a:r>
            <a:r>
              <a:rPr dirty="0" sz="4250" lang="en-US" spc="10"/>
              <a:t>w</a:t>
            </a:r>
            <a:r>
              <a:rPr dirty="0" sz="4250" lang="en-US" spc="10"/>
              <a:t>e</a:t>
            </a:r>
            <a:r>
              <a:rPr dirty="0" sz="4250" lang="en-US" spc="10"/>
              <a:t>b</a:t>
            </a:r>
            <a:r>
              <a:rPr dirty="0" sz="4250" lang="en-US" spc="10"/>
              <a:t>s</a:t>
            </a:r>
            <a:r>
              <a:rPr dirty="0" sz="4250" lang="en-US" spc="10"/>
              <a:t>i</a:t>
            </a:r>
            <a:r>
              <a:rPr dirty="0" sz="4250" lang="en-US" spc="10"/>
              <a:t>te </a:t>
            </a:r>
            <a:r>
              <a:rPr dirty="0" sz="4250" lang="en-US" spc="10"/>
              <a:t>h</a:t>
            </a:r>
            <a:r>
              <a:rPr dirty="0" sz="4250" lang="en-US" spc="10"/>
              <a:t>e</a:t>
            </a:r>
            <a:r>
              <a:rPr dirty="0" sz="4250" lang="en-US" spc="10"/>
              <a:t>l</a:t>
            </a:r>
            <a:r>
              <a:rPr dirty="0" sz="4250" lang="en-US" spc="10"/>
              <a:t>p</a:t>
            </a:r>
            <a:r>
              <a:rPr dirty="0" sz="4250" lang="en-US" spc="10"/>
              <a:t>s</a:t>
            </a:r>
            <a:r>
              <a:rPr dirty="0" sz="4250" lang="en-US" spc="10"/>
              <a:t> </a:t>
            </a:r>
            <a:r>
              <a:rPr dirty="0" sz="4250" lang="en-US" spc="10"/>
              <a:t>s</a:t>
            </a:r>
            <a:r>
              <a:rPr dirty="0" sz="4250" lang="en-US" spc="10"/>
              <a:t>h</a:t>
            </a:r>
            <a:r>
              <a:rPr dirty="0" sz="4250" lang="en-US" spc="10"/>
              <a:t>o</a:t>
            </a:r>
            <a:r>
              <a:rPr dirty="0" sz="4250" lang="en-US" spc="10"/>
              <a:t>w</a:t>
            </a:r>
            <a:r>
              <a:rPr dirty="0" sz="4250" lang="en-US" spc="10"/>
              <a:t>c</a:t>
            </a:r>
            <a:r>
              <a:rPr dirty="0" sz="4250" lang="en-US" spc="10"/>
              <a:t>a</a:t>
            </a:r>
            <a:r>
              <a:rPr dirty="0" sz="4250" lang="en-US" spc="10"/>
              <a:t>s</a:t>
            </a:r>
            <a:r>
              <a:rPr dirty="0" sz="4250" lang="en-US" spc="10"/>
              <a:t>e</a:t>
            </a:r>
            <a:r>
              <a:rPr dirty="0" sz="4250" lang="en-US" spc="10"/>
              <a:t> </a:t>
            </a:r>
            <a:r>
              <a:rPr dirty="0" sz="4250" lang="en-US" spc="10"/>
              <a:t>s</a:t>
            </a:r>
            <a:r>
              <a:rPr dirty="0" sz="4250" lang="en-US" spc="10"/>
              <a:t>k</a:t>
            </a:r>
            <a:r>
              <a:rPr dirty="0" sz="4250" lang="en-US" spc="10"/>
              <a:t>i</a:t>
            </a:r>
            <a:r>
              <a:rPr dirty="0" sz="4250" lang="en-US" spc="10"/>
              <a:t>l</a:t>
            </a:r>
            <a:r>
              <a:rPr dirty="0" sz="4250" lang="en-US" spc="10"/>
              <a:t>l</a:t>
            </a:r>
            <a:r>
              <a:rPr dirty="0" sz="4250" lang="en-US" spc="10"/>
              <a:t>s </a:t>
            </a:r>
            <a:r>
              <a:rPr dirty="0" sz="4250" lang="en-US" spc="10"/>
              <a:t>and </a:t>
            </a:r>
            <a:r>
              <a:rPr dirty="0" sz="4250" lang="en-US" spc="10"/>
              <a:t>p</a:t>
            </a:r>
            <a:r>
              <a:rPr dirty="0" sz="4250" lang="en-US" spc="10"/>
              <a:t>r</a:t>
            </a:r>
            <a:r>
              <a:rPr dirty="0" sz="4250" lang="en-US" spc="10"/>
              <a:t>o</a:t>
            </a:r>
            <a:r>
              <a:rPr dirty="0" sz="4250" lang="en-US" spc="10"/>
              <a:t>j</a:t>
            </a:r>
            <a:r>
              <a:rPr dirty="0" sz="4250" lang="en-US" spc="10"/>
              <a:t>e</a:t>
            </a:r>
            <a:r>
              <a:rPr dirty="0" sz="4250" lang="en-US" spc="10"/>
              <a:t>c</a:t>
            </a:r>
            <a:r>
              <a:rPr dirty="0" sz="4250" lang="en-US" spc="10"/>
              <a:t>t</a:t>
            </a:r>
            <a:r>
              <a:rPr dirty="0" sz="4250" lang="en-US" spc="10"/>
              <a:t>d</a:t>
            </a:r>
            <a:r>
              <a:rPr dirty="0" sz="4250" lang="en-US" spc="10"/>
              <a:t> </a:t>
            </a:r>
            <a:r>
              <a:rPr dirty="0" sz="4250" lang="en-US" spc="10"/>
              <a:t>e</a:t>
            </a:r>
            <a:r>
              <a:rPr dirty="0" sz="4250" lang="en-US" spc="10"/>
              <a:t>f</a:t>
            </a:r>
            <a:r>
              <a:rPr dirty="0" sz="4250" lang="en-US" spc="10"/>
              <a:t>fectively 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48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9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50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1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2395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r>
              <a:rPr dirty="0" sz="4250" lang="en-US" spc="-20"/>
              <a:t>:</a:t>
            </a:r>
            <a:r>
              <a:rPr dirty="0" sz="4250" lang="en-US" spc="-20"/>
              <a:t>t</a:t>
            </a:r>
            <a:r>
              <a:rPr dirty="0" sz="4250" lang="en-US" spc="-20"/>
              <a:t>h</a:t>
            </a:r>
            <a:r>
              <a:rPr dirty="0" sz="4250" lang="en-US" spc="-20"/>
              <a:t>i</a:t>
            </a:r>
            <a:r>
              <a:rPr dirty="0" sz="4250" lang="en-US" spc="-20"/>
              <a:t>s</a:t>
            </a:r>
            <a:r>
              <a:rPr dirty="0" sz="4250" lang="en-US" spc="-20"/>
              <a:t> </a:t>
            </a:r>
            <a:r>
              <a:rPr dirty="0" sz="4250" lang="en-US" spc="-20"/>
              <a:t>p</a:t>
            </a:r>
            <a:r>
              <a:rPr dirty="0" sz="4250" lang="en-US" spc="-20"/>
              <a:t>r</a:t>
            </a:r>
            <a:r>
              <a:rPr dirty="0" sz="4250" lang="en-US" spc="-20"/>
              <a:t>o</a:t>
            </a:r>
            <a:r>
              <a:rPr dirty="0" sz="4250" lang="en-US" spc="-20"/>
              <a:t>j</a:t>
            </a:r>
            <a:r>
              <a:rPr dirty="0" sz="4250" lang="en-US" spc="-20"/>
              <a:t>e</a:t>
            </a:r>
            <a:r>
              <a:rPr dirty="0" sz="4250" lang="en-US" spc="-20"/>
              <a:t>c</a:t>
            </a:r>
            <a:r>
              <a:rPr dirty="0" sz="4250" lang="en-US" spc="-20"/>
              <a:t>t </a:t>
            </a:r>
            <a:r>
              <a:rPr dirty="0" sz="4250" lang="en-US" spc="-20"/>
              <a:t>i</a:t>
            </a:r>
            <a:r>
              <a:rPr dirty="0" sz="4250" lang="en-US" spc="-20"/>
              <a:t>n</a:t>
            </a:r>
            <a:r>
              <a:rPr dirty="0" sz="4250" lang="en-US" spc="-20"/>
              <a:t>v</a:t>
            </a:r>
            <a:r>
              <a:rPr dirty="0" sz="4250" lang="en-US" spc="-20"/>
              <a:t>o</a:t>
            </a:r>
            <a:r>
              <a:rPr dirty="0" sz="4250" lang="en-US" spc="-20"/>
              <a:t>l</a:t>
            </a:r>
            <a:r>
              <a:rPr dirty="0" sz="4250" lang="en-US" spc="-20"/>
              <a:t>ves </a:t>
            </a:r>
            <a:r>
              <a:rPr dirty="0" sz="4250" lang="en-US" spc="-20"/>
              <a:t>c</a:t>
            </a:r>
            <a:r>
              <a:rPr dirty="0" sz="4250" lang="en-US" spc="-20"/>
              <a:t>r</a:t>
            </a:r>
            <a:r>
              <a:rPr dirty="0" sz="4250" lang="en-US" spc="-20"/>
              <a:t>e</a:t>
            </a:r>
            <a:r>
              <a:rPr dirty="0" sz="4250" lang="en-US" spc="-20"/>
              <a:t>a</a:t>
            </a:r>
            <a:r>
              <a:rPr dirty="0" sz="4250" lang="en-US" spc="-20"/>
              <a:t>t</a:t>
            </a:r>
            <a:r>
              <a:rPr dirty="0" sz="4250" lang="en-US" spc="-20"/>
              <a:t>ing </a:t>
            </a:r>
            <a:r>
              <a:rPr dirty="0" sz="4250" lang="en-US" spc="-20"/>
              <a:t>a </a:t>
            </a:r>
            <a:r>
              <a:rPr dirty="0" sz="4250" lang="en-US" spc="-20"/>
              <a:t>r</a:t>
            </a:r>
            <a:r>
              <a:rPr dirty="0" sz="4250" lang="en-US" spc="-20"/>
              <a:t>e</a:t>
            </a:r>
            <a:r>
              <a:rPr dirty="0" sz="4250" lang="en-US" spc="-20"/>
              <a:t>s</a:t>
            </a:r>
            <a:r>
              <a:rPr dirty="0" sz="4250" lang="en-US" spc="-20"/>
              <a:t>p</a:t>
            </a:r>
            <a:r>
              <a:rPr dirty="0" sz="4250" lang="en-US" spc="-20"/>
              <a:t>o</a:t>
            </a:r>
            <a:r>
              <a:rPr dirty="0" sz="4250" lang="en-US" spc="-20"/>
              <a:t>n</a:t>
            </a:r>
            <a:r>
              <a:rPr dirty="0" sz="4250" lang="en-US" spc="-20"/>
              <a:t>s</a:t>
            </a:r>
            <a:r>
              <a:rPr dirty="0" sz="4250" lang="en-US" spc="-20"/>
              <a:t>i</a:t>
            </a:r>
            <a:r>
              <a:rPr dirty="0" sz="4250" lang="en-US" spc="-20"/>
              <a:t>v</a:t>
            </a:r>
            <a:r>
              <a:rPr dirty="0" sz="4250" lang="en-US" spc="-20"/>
              <a:t>e</a:t>
            </a:r>
            <a:r>
              <a:rPr dirty="0" sz="4250" lang="en-US" spc="-20"/>
              <a:t> </a:t>
            </a:r>
            <a:r>
              <a:rPr dirty="0" sz="4250" lang="en-US" spc="-20"/>
              <a:t>p</a:t>
            </a:r>
            <a:r>
              <a:rPr dirty="0" sz="4250" lang="en-US" spc="-20"/>
              <a:t>r</a:t>
            </a:r>
            <a:r>
              <a:rPr dirty="0" sz="4250" lang="en-US" spc="-20"/>
              <a:t>o</a:t>
            </a:r>
            <a:r>
              <a:rPr dirty="0" sz="4250" lang="en-US" spc="-20"/>
              <a:t>t</a:t>
            </a:r>
            <a:r>
              <a:rPr dirty="0" sz="4250" lang="en-US" spc="-20"/>
              <a:t>f</a:t>
            </a:r>
            <a:r>
              <a:rPr dirty="0" sz="4250" lang="en-US" spc="-20"/>
              <a:t>o</a:t>
            </a:r>
            <a:r>
              <a:rPr dirty="0" sz="4250" lang="en-US" spc="-20"/>
              <a:t>l</a:t>
            </a:r>
            <a:r>
              <a:rPr dirty="0" sz="4250" lang="en-US" spc="-20"/>
              <a:t>i</a:t>
            </a:r>
            <a:r>
              <a:rPr dirty="0" sz="4250" lang="en-US" spc="-20"/>
              <a:t>o</a:t>
            </a:r>
            <a:r>
              <a:rPr dirty="0" sz="4250" lang="en-US" spc="-20"/>
              <a:t> </a:t>
            </a:r>
            <a:r>
              <a:rPr dirty="0" sz="4250" lang="en-US" spc="-20"/>
              <a:t>website </a:t>
            </a:r>
            <a:r>
              <a:rPr dirty="0" sz="4250" lang="en-US" spc="-20"/>
              <a:t>w</a:t>
            </a:r>
            <a:r>
              <a:rPr dirty="0" sz="4250" lang="en-US" spc="-20"/>
              <a:t>i</a:t>
            </a:r>
            <a:r>
              <a:rPr dirty="0" sz="4250" lang="en-US" spc="-20"/>
              <a:t>t</a:t>
            </a:r>
            <a:r>
              <a:rPr dirty="0" sz="4250" lang="en-US" spc="-20"/>
              <a:t>h</a:t>
            </a:r>
            <a:r>
              <a:rPr dirty="0" sz="4250" lang="en-US" spc="-20"/>
              <a:t> </a:t>
            </a:r>
            <a:r>
              <a:rPr dirty="0" sz="4250" lang="en-US" spc="-20"/>
              <a:t>i</a:t>
            </a:r>
            <a:r>
              <a:rPr dirty="0" sz="4250" lang="en-US" spc="-20"/>
              <a:t>n</a:t>
            </a:r>
            <a:r>
              <a:rPr dirty="0" sz="4250" lang="en-US" spc="-20"/>
              <a:t>t</a:t>
            </a:r>
            <a:r>
              <a:rPr dirty="0" sz="4250" lang="en-US" spc="-20"/>
              <a:t>e</a:t>
            </a:r>
            <a:r>
              <a:rPr dirty="0" sz="4250" lang="en-US" spc="-20"/>
              <a:t>r</a:t>
            </a:r>
            <a:r>
              <a:rPr dirty="0" sz="4250" lang="en-US" spc="-20"/>
              <a:t>a</a:t>
            </a:r>
            <a:r>
              <a:rPr dirty="0" sz="4250" lang="en-US" spc="-20"/>
              <a:t>c</a:t>
            </a:r>
            <a:r>
              <a:rPr dirty="0" sz="4250" lang="en-US" spc="-20"/>
              <a:t>t</a:t>
            </a:r>
            <a:r>
              <a:rPr dirty="0" sz="4250" lang="en-US" spc="-20"/>
              <a:t>ive </a:t>
            </a:r>
            <a:r>
              <a:rPr dirty="0" sz="4250" lang="en-US" spc="-20"/>
              <a:t>e</a:t>
            </a:r>
            <a:r>
              <a:rPr dirty="0" sz="4250" lang="en-US" spc="-20"/>
              <a:t>l</a:t>
            </a:r>
            <a:r>
              <a:rPr dirty="0" sz="4250" lang="en-US" spc="-20"/>
              <a:t>e</a:t>
            </a:r>
            <a:r>
              <a:rPr dirty="0" sz="4250" lang="en-US" spc="-20"/>
              <a:t>m</a:t>
            </a:r>
            <a:r>
              <a:rPr dirty="0" sz="4250" lang="en-US" spc="-20"/>
              <a:t>ents</a:t>
            </a:r>
            <a:r>
              <a:rPr dirty="0" sz="4250" lang="en-US" spc="-20"/>
              <a:t>.</a:t>
            </a:r>
            <a:r>
              <a:rPr dirty="0" sz="4250" lang="en-US" spc="-20"/>
              <a:t>t</a:t>
            </a:r>
            <a:r>
              <a:rPr dirty="0" sz="4250" lang="en-US" spc="-20"/>
              <a:t>h</a:t>
            </a:r>
            <a:r>
              <a:rPr dirty="0" sz="4250" lang="en-US" spc="-20"/>
              <a:t>e</a:t>
            </a:r>
            <a:r>
              <a:rPr dirty="0" sz="4250" lang="en-US" spc="-20"/>
              <a:t> </a:t>
            </a:r>
            <a:r>
              <a:rPr dirty="0" sz="4250" lang="en-US" spc="-20"/>
              <a:t>w</a:t>
            </a:r>
            <a:r>
              <a:rPr dirty="0" sz="4250" lang="en-US" spc="-20"/>
              <a:t>e</a:t>
            </a:r>
            <a:r>
              <a:rPr dirty="0" sz="4250" lang="en-US" spc="-20"/>
              <a:t>b</a:t>
            </a:r>
            <a:r>
              <a:rPr dirty="0" sz="4250" lang="en-US" spc="-20"/>
              <a:t>s</a:t>
            </a:r>
            <a:r>
              <a:rPr dirty="0" sz="4250" lang="en-US" spc="-20"/>
              <a:t>i</a:t>
            </a:r>
            <a:r>
              <a:rPr dirty="0" sz="4250" lang="en-US" spc="-20"/>
              <a:t>te </a:t>
            </a:r>
            <a:r>
              <a:rPr dirty="0" sz="4250" lang="en-US" spc="-20"/>
              <a:t>a</a:t>
            </a:r>
            <a:r>
              <a:rPr dirty="0" sz="4250" lang="en-US" spc="-20"/>
              <a:t>i</a:t>
            </a:r>
            <a:r>
              <a:rPr dirty="0" sz="4250" lang="en-US" spc="-20"/>
              <a:t>m</a:t>
            </a:r>
            <a:r>
              <a:rPr dirty="0" sz="4250" lang="en-US" spc="-20"/>
              <a:t>s</a:t>
            </a:r>
            <a:r>
              <a:rPr dirty="0" sz="4250" lang="en-US" spc="-20"/>
              <a:t> </a:t>
            </a:r>
            <a:r>
              <a:rPr dirty="0" sz="4250" lang="en-US" spc="-20"/>
              <a:t>t</a:t>
            </a:r>
            <a:r>
              <a:rPr dirty="0" sz="4250" lang="en-US" spc="-20"/>
              <a:t>o</a:t>
            </a:r>
            <a:r>
              <a:rPr dirty="0" sz="4250" lang="en-US" spc="-20"/>
              <a:t> </a:t>
            </a:r>
            <a:r>
              <a:rPr dirty="0" sz="4250" lang="en-US" spc="-20"/>
              <a:t>h</a:t>
            </a:r>
            <a:r>
              <a:rPr dirty="0" sz="4250" lang="en-US" spc="-20"/>
              <a:t>i</a:t>
            </a:r>
            <a:r>
              <a:rPr dirty="0" sz="4250" lang="en-US" spc="-20"/>
              <a:t>g</a:t>
            </a:r>
            <a:r>
              <a:rPr dirty="0" sz="4250" lang="en-US" spc="-20"/>
              <a:t>h</a:t>
            </a:r>
            <a:r>
              <a:rPr dirty="0" sz="4250" lang="en-US" spc="-20"/>
              <a:t>light </a:t>
            </a:r>
            <a:r>
              <a:rPr dirty="0" sz="4250" lang="en-US" spc="-20"/>
              <a:t>t</a:t>
            </a:r>
            <a:r>
              <a:rPr dirty="0" sz="4250" lang="en-US" spc="-20"/>
              <a:t>h</a:t>
            </a:r>
            <a:r>
              <a:rPr dirty="0" sz="4250" lang="en-US" spc="-20"/>
              <a:t>e</a:t>
            </a:r>
            <a:r>
              <a:rPr dirty="0" sz="4250" lang="en-US" spc="-20"/>
              <a:t> </a:t>
            </a:r>
            <a:r>
              <a:rPr dirty="0" sz="4250" lang="en-US" spc="-20"/>
              <a:t>d</a:t>
            </a:r>
            <a:r>
              <a:rPr dirty="0" sz="4250" lang="en-US" spc="-20"/>
              <a:t>e</a:t>
            </a:r>
            <a:r>
              <a:rPr dirty="0" sz="4250" lang="en-US" spc="-20"/>
              <a:t>v</a:t>
            </a:r>
            <a:r>
              <a:rPr dirty="0" sz="4250" lang="en-US" spc="-20"/>
              <a:t>e</a:t>
            </a:r>
            <a:r>
              <a:rPr dirty="0" sz="4250" lang="en-US" spc="-20"/>
              <a:t>l</a:t>
            </a:r>
            <a:r>
              <a:rPr dirty="0" sz="4250" lang="en-US" spc="-20"/>
              <a:t>oper</a:t>
            </a:r>
            <a:r>
              <a:rPr dirty="0" sz="4250" lang="en-US" spc="-20"/>
              <a:t>'</a:t>
            </a:r>
            <a:r>
              <a:rPr dirty="0" sz="4250" lang="en-US" spc="-20"/>
              <a:t>s</a:t>
            </a:r>
            <a:r>
              <a:rPr dirty="0" sz="4250" lang="en-US" spc="-20"/>
              <a:t> </a:t>
            </a:r>
            <a:r>
              <a:rPr dirty="0" sz="4250" lang="en-US" spc="-20"/>
              <a:t>s</a:t>
            </a:r>
            <a:r>
              <a:rPr dirty="0" sz="4250" lang="en-US" spc="-20"/>
              <a:t>k</a:t>
            </a:r>
            <a:r>
              <a:rPr dirty="0" sz="4250" lang="en-US" spc="-20"/>
              <a:t>i</a:t>
            </a:r>
            <a:r>
              <a:rPr dirty="0" sz="4250" lang="en-US" spc="-20"/>
              <a:t>lls</a:t>
            </a:r>
            <a:r>
              <a:rPr dirty="0" sz="4250" lang="en-US" spc="-20"/>
              <a:t>,</a:t>
            </a:r>
            <a:r>
              <a:rPr dirty="0" sz="4250" lang="en-US" spc="-20"/>
              <a:t> projects </a:t>
            </a:r>
            <a:r>
              <a:rPr dirty="0" sz="4250" lang="en-US" spc="-20"/>
              <a:t>a</a:t>
            </a:r>
            <a:r>
              <a:rPr dirty="0" sz="4250" lang="en-US" spc="-20"/>
              <a:t>n</a:t>
            </a:r>
            <a:r>
              <a:rPr dirty="0" sz="4250" lang="en-US" spc="-20"/>
              <a:t>d</a:t>
            </a:r>
            <a:r>
              <a:rPr dirty="0" sz="4250" lang="en-US" spc="-20"/>
              <a:t> </a:t>
            </a:r>
            <a:r>
              <a:rPr dirty="0" sz="4250" lang="en-US" spc="-20"/>
              <a:t>c</a:t>
            </a:r>
            <a:r>
              <a:rPr dirty="0" sz="4250" lang="en-US" spc="-20"/>
              <a:t>o</a:t>
            </a:r>
            <a:r>
              <a:rPr dirty="0" sz="4250" lang="en-US" spc="-20"/>
              <a:t>n</a:t>
            </a:r>
            <a:r>
              <a:rPr dirty="0" sz="4250" lang="en-US" spc="-20"/>
              <a:t>t</a:t>
            </a:r>
            <a:r>
              <a:rPr dirty="0" sz="4250" lang="en-US" spc="-20"/>
              <a:t>a</a:t>
            </a:r>
            <a:r>
              <a:rPr dirty="0" sz="4250" lang="en-US" spc="-20"/>
              <a:t>c</a:t>
            </a:r>
            <a:r>
              <a:rPr dirty="0" sz="4250" lang="en-US" spc="-20"/>
              <a:t>t</a:t>
            </a:r>
            <a:r>
              <a:rPr dirty="0" sz="4250" lang="en-US" spc="-20"/>
              <a:t> </a:t>
            </a:r>
            <a:r>
              <a:rPr dirty="0" sz="4250" lang="en-US" spc="-20"/>
              <a:t>information 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2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4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5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6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33947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r>
              <a:rPr dirty="0" sz="3200" lang="en-US" spc="5"/>
              <a:t> </a:t>
            </a:r>
            <a:r>
              <a:rPr dirty="0" sz="3200" lang="en-US" spc="5"/>
              <a:t>-</a:t>
            </a:r>
            <a:r>
              <a:rPr dirty="0" sz="3200" lang="en-US" spc="5"/>
              <a:t>p</a:t>
            </a:r>
            <a:r>
              <a:rPr dirty="0" sz="3200" lang="en-US" spc="5"/>
              <a:t>o</a:t>
            </a:r>
            <a:r>
              <a:rPr dirty="0" sz="3200" lang="en-US" spc="5"/>
              <a:t>t</a:t>
            </a:r>
            <a:r>
              <a:rPr dirty="0" sz="3200" lang="en-US" spc="5"/>
              <a:t>e</a:t>
            </a:r>
            <a:r>
              <a:rPr dirty="0" sz="3200" lang="en-US" spc="5"/>
              <a:t>n</a:t>
            </a:r>
            <a:r>
              <a:rPr dirty="0" sz="3200" lang="en-US" spc="5"/>
              <a:t>t</a:t>
            </a:r>
            <a:r>
              <a:rPr dirty="0" sz="3200" lang="en-US" spc="5"/>
              <a:t>i</a:t>
            </a:r>
            <a:r>
              <a:rPr dirty="0" sz="3200" lang="en-US" spc="5"/>
              <a:t>a</a:t>
            </a:r>
            <a:r>
              <a:rPr dirty="0" sz="3200" lang="en-US" spc="5"/>
              <a:t>l</a:t>
            </a:r>
            <a:r>
              <a:rPr dirty="0" sz="3200" lang="en-US" spc="5"/>
              <a:t> </a:t>
            </a:r>
            <a:r>
              <a:rPr dirty="0" sz="3200" lang="en-US" spc="5"/>
              <a:t>e</a:t>
            </a:r>
            <a:r>
              <a:rPr dirty="0" sz="3200" lang="en-US" spc="5"/>
              <a:t>m</a:t>
            </a:r>
            <a:r>
              <a:rPr dirty="0" sz="3200" lang="en-US" spc="5"/>
              <a:t>p</a:t>
            </a:r>
            <a:r>
              <a:rPr dirty="0" sz="3200" lang="en-US" spc="5"/>
              <a:t>l</a:t>
            </a:r>
            <a:r>
              <a:rPr dirty="0" sz="3200" lang="en-US" spc="5"/>
              <a:t>o</a:t>
            </a:r>
            <a:r>
              <a:rPr dirty="0" sz="3200" lang="en-US" spc="5"/>
              <a:t>y</a:t>
            </a:r>
            <a:r>
              <a:rPr dirty="0" sz="3200" lang="en-US" spc="5"/>
              <a:t>e</a:t>
            </a:r>
            <a:r>
              <a:rPr dirty="0" sz="3200" lang="en-US" spc="5"/>
              <a:t>r</a:t>
            </a:r>
            <a:r>
              <a:rPr dirty="0" sz="3200" lang="en-US" spc="5"/>
              <a:t>s</a:t>
            </a:r>
            <a:r>
              <a:rPr dirty="0" sz="3200" lang="en-US" spc="5"/>
              <a:t> </a:t>
            </a:r>
            <a:r>
              <a:rPr dirty="0" sz="3200" lang="en-US" spc="5"/>
              <a:t>o</a:t>
            </a:r>
            <a:r>
              <a:rPr dirty="0" sz="3200" lang="en-US" spc="5"/>
              <a:t>r</a:t>
            </a:r>
            <a:r>
              <a:rPr dirty="0" sz="3200" lang="en-US" spc="5"/>
              <a:t> </a:t>
            </a:r>
            <a:r>
              <a:rPr dirty="0" sz="3200" lang="en-US" spc="5"/>
              <a:t>c</a:t>
            </a:r>
            <a:r>
              <a:rPr dirty="0" sz="3200" lang="en-US" spc="5"/>
              <a:t>l</a:t>
            </a:r>
            <a:r>
              <a:rPr dirty="0" sz="3200" lang="en-US" spc="5"/>
              <a:t>i</a:t>
            </a:r>
            <a:r>
              <a:rPr dirty="0" sz="3200" lang="en-US" spc="5"/>
              <a:t>e</a:t>
            </a:r>
            <a:r>
              <a:rPr dirty="0" sz="3200" lang="en-US" spc="5"/>
              <a:t>n</a:t>
            </a:r>
            <a:r>
              <a:rPr dirty="0" sz="3200" lang="en-US" spc="5"/>
              <a:t>t</a:t>
            </a:r>
            <a:r>
              <a:rPr dirty="0" sz="3200" lang="en-US" spc="5"/>
              <a:t>s</a:t>
            </a:r>
            <a:r>
              <a:rPr dirty="0" sz="3200" lang="en-US" spc="5"/>
              <a:t> </a:t>
            </a:r>
            <a:r>
              <a:rPr dirty="0" sz="3200" lang="en-US" spc="5"/>
              <a:t>l</a:t>
            </a:r>
            <a:r>
              <a:rPr dirty="0" sz="3200" lang="en-US" spc="5"/>
              <a:t>o</a:t>
            </a:r>
            <a:r>
              <a:rPr dirty="0" sz="3200" lang="en-US" spc="5"/>
              <a:t>o</a:t>
            </a:r>
            <a:r>
              <a:rPr dirty="0" sz="3200" lang="en-US" spc="5"/>
              <a:t>king </a:t>
            </a:r>
            <a:r>
              <a:rPr dirty="0" sz="3200" lang="en-US" spc="5"/>
              <a:t>for </a:t>
            </a:r>
            <a:r>
              <a:rPr dirty="0" sz="3200" lang="en-US" spc="5"/>
              <a:t>w</a:t>
            </a:r>
            <a:r>
              <a:rPr dirty="0" sz="3200" lang="en-US" spc="5"/>
              <a:t>e</a:t>
            </a:r>
            <a:r>
              <a:rPr dirty="0" sz="3200" lang="en-US" spc="5"/>
              <a:t>b</a:t>
            </a:r>
            <a:r>
              <a:rPr dirty="0" sz="3200" lang="en-US" spc="5"/>
              <a:t> </a:t>
            </a:r>
            <a:r>
              <a:rPr dirty="0" sz="3200" lang="en-US" spc="5"/>
              <a:t>d</a:t>
            </a:r>
            <a:r>
              <a:rPr dirty="0" sz="3200" lang="en-US" spc="5"/>
              <a:t>e</a:t>
            </a:r>
            <a:r>
              <a:rPr dirty="0" sz="3200" lang="en-US" spc="5"/>
              <a:t>velopment </a:t>
            </a:r>
            <a:r>
              <a:rPr dirty="0" sz="3200" lang="en-US" spc="5"/>
              <a:t>s</a:t>
            </a:r>
            <a:r>
              <a:rPr dirty="0" sz="3200" lang="en-US" spc="5"/>
              <a:t>e</a:t>
            </a:r>
            <a:r>
              <a:rPr dirty="0" sz="3200" lang="en-US" spc="5"/>
              <a:t>rvices</a:t>
            </a:r>
            <a:r>
              <a:rPr dirty="0" sz="3200" lang="en-US" spc="5"/>
              <a:t>.</a:t>
            </a:r>
            <a:r>
              <a:rPr dirty="0" sz="3200" lang="en-US" spc="5"/>
              <a:t>t</a:t>
            </a:r>
            <a:r>
              <a:rPr dirty="0" sz="3200" lang="en-US" spc="5"/>
              <a:t>h</a:t>
            </a:r>
            <a:r>
              <a:rPr dirty="0" sz="3200" lang="en-US" spc="5"/>
              <a:t>e</a:t>
            </a:r>
            <a:r>
              <a:rPr dirty="0" sz="3200" lang="en-US" spc="5"/>
              <a:t> </a:t>
            </a:r>
            <a:r>
              <a:rPr dirty="0" sz="3200" lang="en-US" spc="5"/>
              <a:t>d</a:t>
            </a:r>
            <a:r>
              <a:rPr dirty="0" sz="3200" lang="en-US" spc="5"/>
              <a:t>e</a:t>
            </a:r>
            <a:r>
              <a:rPr dirty="0" sz="3200" lang="en-US" spc="5"/>
              <a:t>v</a:t>
            </a:r>
            <a:r>
              <a:rPr dirty="0" sz="3200" lang="en-US" spc="5"/>
              <a:t>e</a:t>
            </a:r>
            <a:r>
              <a:rPr dirty="0" sz="3200" lang="en-US" spc="5"/>
              <a:t>loper</a:t>
            </a:r>
            <a:r>
              <a:rPr dirty="0" sz="3200" lang="en-US" spc="5"/>
              <a:t> </a:t>
            </a:r>
            <a:r>
              <a:rPr dirty="0" sz="3200" lang="en-US" spc="5"/>
              <a:t>t</a:t>
            </a:r>
            <a:r>
              <a:rPr dirty="0" sz="3200" lang="en-US" spc="5"/>
              <a:t>h</a:t>
            </a:r>
            <a:r>
              <a:rPr dirty="0" sz="3200" lang="en-US" spc="5"/>
              <a:t>e</a:t>
            </a:r>
            <a:r>
              <a:rPr dirty="0" sz="3200" lang="en-US" spc="5"/>
              <a:t>m</a:t>
            </a:r>
            <a:r>
              <a:rPr dirty="0" sz="3200" lang="en-US" spc="5"/>
              <a:t>s</a:t>
            </a:r>
            <a:r>
              <a:rPr dirty="0" sz="3200" lang="en-US" spc="5"/>
              <a:t>e</a:t>
            </a:r>
            <a:r>
              <a:rPr dirty="0" sz="3200" lang="en-US" spc="5"/>
              <a:t>lves</a:t>
            </a:r>
            <a:r>
              <a:rPr dirty="0" sz="3200" lang="en-US" spc="5"/>
              <a:t>,</a:t>
            </a:r>
            <a:r>
              <a:rPr dirty="0" sz="3200" lang="en-US" spc="5"/>
              <a:t>t</a:t>
            </a:r>
            <a:r>
              <a:rPr dirty="0" sz="3200" lang="en-US" spc="5"/>
              <a:t>o</a:t>
            </a:r>
            <a:r>
              <a:rPr dirty="0" sz="3200" lang="en-US" spc="5"/>
              <a:t> </a:t>
            </a:r>
            <a:r>
              <a:rPr dirty="0" sz="3200" lang="en-US" spc="5"/>
              <a:t>s</a:t>
            </a:r>
            <a:r>
              <a:rPr dirty="0" sz="3200" lang="en-US" spc="5"/>
              <a:t>h</a:t>
            </a:r>
            <a:r>
              <a:rPr dirty="0" sz="3200" lang="en-US" spc="5"/>
              <a:t>o</a:t>
            </a:r>
            <a:r>
              <a:rPr dirty="0" sz="3200" lang="en-US" spc="5"/>
              <a:t>w</a:t>
            </a:r>
            <a:r>
              <a:rPr dirty="0" sz="3200" lang="en-US" spc="5"/>
              <a:t>c</a:t>
            </a:r>
            <a:r>
              <a:rPr dirty="0" sz="3200" lang="en-US" spc="5"/>
              <a:t>a</a:t>
            </a:r>
            <a:r>
              <a:rPr dirty="0" sz="3200" lang="en-US" spc="5"/>
              <a:t>s</a:t>
            </a:r>
            <a:r>
              <a:rPr dirty="0" sz="3200" lang="en-US" spc="5"/>
              <a:t>e</a:t>
            </a:r>
            <a:r>
              <a:rPr dirty="0" sz="3200" lang="en-US" spc="5"/>
              <a:t> </a:t>
            </a:r>
            <a:r>
              <a:rPr dirty="0" sz="3200" lang="en-US" spc="5"/>
              <a:t>t</a:t>
            </a:r>
            <a:r>
              <a:rPr dirty="0" sz="3200" lang="en-US" spc="5"/>
              <a:t>h</a:t>
            </a:r>
            <a:r>
              <a:rPr dirty="0" sz="3200" lang="en-US" spc="5"/>
              <a:t>e</a:t>
            </a:r>
            <a:r>
              <a:rPr dirty="0" sz="3200" lang="en-US" spc="5"/>
              <a:t>i</a:t>
            </a:r>
            <a:r>
              <a:rPr dirty="0" sz="3200" lang="en-US" spc="5"/>
              <a:t>r</a:t>
            </a:r>
            <a:r>
              <a:rPr dirty="0" sz="3200" lang="en-US" spc="5"/>
              <a:t> </a:t>
            </a:r>
            <a:r>
              <a:rPr dirty="0" sz="3200" lang="en-US" spc="5"/>
              <a:t>w</a:t>
            </a:r>
            <a:r>
              <a:rPr dirty="0" sz="3200" lang="en-US" spc="5"/>
              <a:t>o</a:t>
            </a:r>
            <a:r>
              <a:rPr dirty="0" sz="3200" lang="en-US" spc="5"/>
              <a:t>rk </a:t>
            </a:r>
            <a:r>
              <a:rPr dirty="0" sz="3200" lang="en-US" spc="5"/>
              <a:t>a</a:t>
            </a:r>
            <a:r>
              <a:rPr dirty="0" sz="3200" lang="en-US" spc="5"/>
              <a:t>n</a:t>
            </a:r>
            <a:r>
              <a:rPr dirty="0" sz="3200" lang="en-US" spc="5"/>
              <a:t>d</a:t>
            </a:r>
            <a:r>
              <a:rPr dirty="0" sz="3200" lang="en-US" spc="5"/>
              <a:t> </a:t>
            </a:r>
            <a:r>
              <a:rPr dirty="0" sz="3200" lang="en-US" spc="5"/>
              <a:t>s</a:t>
            </a:r>
            <a:r>
              <a:rPr dirty="0" sz="3200" lang="en-US" spc="5"/>
              <a:t>k</a:t>
            </a:r>
            <a:r>
              <a:rPr dirty="0" sz="3200" lang="en-US" spc="5"/>
              <a:t>i</a:t>
            </a:r>
            <a:r>
              <a:rPr dirty="0" sz="3200" lang="en-US" spc="5"/>
              <a:t>lls</a:t>
            </a:r>
            <a:r>
              <a:rPr dirty="0" sz="3200" lang="en-US" spc="5"/>
              <a:t>.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7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8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9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6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1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21469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r>
              <a:rPr dirty="0" sz="3600" lang="en-US" spc="10"/>
              <a:t>:</a:t>
            </a:r>
            <a:r>
              <a:rPr dirty="0" sz="3600" lang="en-US" spc="10"/>
              <a:t>H</a:t>
            </a:r>
            <a:r>
              <a:rPr dirty="0" sz="3600" lang="en-US" spc="10"/>
              <a:t>T</a:t>
            </a:r>
            <a:r>
              <a:rPr dirty="0" sz="3600" lang="en-US" spc="10"/>
              <a:t>M</a:t>
            </a:r>
            <a:r>
              <a:rPr dirty="0" sz="3600" lang="en-US" spc="10"/>
              <a:t>L</a:t>
            </a:r>
            <a:r>
              <a:rPr dirty="0" sz="3600" lang="en-US" spc="10"/>
              <a:t>,</a:t>
            </a:r>
            <a:r>
              <a:rPr dirty="0" sz="3600" lang="en-US" spc="10"/>
              <a:t>C</a:t>
            </a:r>
            <a:r>
              <a:rPr dirty="0" sz="3600" lang="en-US" spc="10"/>
              <a:t>S</a:t>
            </a:r>
            <a:r>
              <a:rPr dirty="0" sz="3600" lang="en-US" spc="10"/>
              <a:t>S</a:t>
            </a:r>
            <a:r>
              <a:rPr dirty="0" sz="3600" lang="en-US" spc="10"/>
              <a:t>,</a:t>
            </a:r>
            <a:r>
              <a:rPr dirty="0" sz="3600" lang="en-US" spc="10"/>
              <a:t>a</a:t>
            </a:r>
            <a:r>
              <a:rPr dirty="0" sz="3600" lang="en-US" spc="10"/>
              <a:t>n</a:t>
            </a:r>
            <a:r>
              <a:rPr dirty="0" sz="3600" lang="en-US" spc="10"/>
              <a:t>d</a:t>
            </a:r>
            <a:r>
              <a:rPr dirty="0" sz="3600" lang="en-US" spc="10"/>
              <a:t> </a:t>
            </a:r>
            <a:r>
              <a:rPr dirty="0" sz="3600" lang="en-US" spc="10"/>
              <a:t>JavaScript </a:t>
            </a:r>
            <a:r>
              <a:rPr dirty="0" sz="3600" lang="en-US" spc="10"/>
              <a:t>a</a:t>
            </a:r>
            <a:r>
              <a:rPr dirty="0" sz="3600" lang="en-US" spc="10"/>
              <a:t>r</a:t>
            </a:r>
            <a:r>
              <a:rPr dirty="0" sz="3600" lang="en-US" spc="10"/>
              <a:t>e</a:t>
            </a:r>
            <a:r>
              <a:rPr dirty="0" sz="3600" lang="en-US" spc="10"/>
              <a:t> </a:t>
            </a:r>
            <a:r>
              <a:rPr dirty="0" sz="3600" lang="en-US" spc="10"/>
              <a:t>u</a:t>
            </a:r>
            <a:r>
              <a:rPr dirty="0" sz="3600" lang="en-US" spc="10"/>
              <a:t>s</a:t>
            </a:r>
            <a:r>
              <a:rPr dirty="0" sz="3600" lang="en-US" spc="10"/>
              <a:t>e</a:t>
            </a:r>
            <a:r>
              <a:rPr dirty="0" sz="3600" lang="en-US" spc="10"/>
              <a:t>d</a:t>
            </a:r>
            <a:r>
              <a:rPr dirty="0" sz="3600" lang="en-US" spc="10"/>
              <a:t> </a:t>
            </a:r>
            <a:r>
              <a:rPr dirty="0" sz="3600" lang="en-US" spc="10"/>
              <a:t>for </a:t>
            </a:r>
            <a:r>
              <a:rPr dirty="0" sz="3600" lang="en-US" spc="10"/>
              <a:t>b</a:t>
            </a:r>
            <a:r>
              <a:rPr dirty="0" sz="3600" lang="en-US" spc="10"/>
              <a:t>u</a:t>
            </a:r>
            <a:r>
              <a:rPr dirty="0" sz="3600" lang="en-US" spc="10"/>
              <a:t>i</a:t>
            </a:r>
            <a:r>
              <a:rPr dirty="0" sz="3600" lang="en-US" spc="10"/>
              <a:t>l</a:t>
            </a:r>
            <a:r>
              <a:rPr dirty="0" sz="3600" lang="en-US" spc="10"/>
              <a:t>d</a:t>
            </a:r>
            <a:r>
              <a:rPr dirty="0" sz="3600" lang="en-US" spc="10"/>
              <a:t>ing </a:t>
            </a:r>
            <a:r>
              <a:rPr dirty="0" sz="3600" lang="en-US" spc="10"/>
              <a:t>t</a:t>
            </a:r>
            <a:r>
              <a:rPr dirty="0" sz="3600" lang="en-US" spc="10"/>
              <a:t>h</a:t>
            </a:r>
            <a:r>
              <a:rPr dirty="0" sz="3600" lang="en-US" spc="10"/>
              <a:t>e</a:t>
            </a:r>
            <a:r>
              <a:rPr dirty="0" sz="3600" lang="en-US" spc="10"/>
              <a:t> </a:t>
            </a:r>
            <a:r>
              <a:rPr dirty="0" sz="3600" lang="en-US" spc="10"/>
              <a:t>w</a:t>
            </a:r>
            <a:r>
              <a:rPr dirty="0" sz="3600" lang="en-US" spc="10"/>
              <a:t>e</a:t>
            </a:r>
            <a:r>
              <a:rPr dirty="0" sz="3600" lang="en-US" spc="10"/>
              <a:t>b</a:t>
            </a:r>
            <a:r>
              <a:rPr dirty="0" sz="3600" lang="en-US" spc="10"/>
              <a:t>s</a:t>
            </a:r>
            <a:r>
              <a:rPr dirty="0" sz="3600" lang="en-US" spc="10"/>
              <a:t>i</a:t>
            </a:r>
            <a:r>
              <a:rPr dirty="0" sz="3600" lang="en-US" spc="10"/>
              <a:t>te</a:t>
            </a:r>
            <a:r>
              <a:rPr dirty="0" sz="3600" lang="en-US" spc="10"/>
              <a:t>.</a:t>
            </a:r>
            <a:r>
              <a:rPr dirty="0" sz="3600" lang="en-US" spc="10"/>
              <a:t>r</a:t>
            </a:r>
            <a:r>
              <a:rPr dirty="0" sz="3600" lang="en-US" spc="10"/>
              <a:t>e</a:t>
            </a:r>
            <a:r>
              <a:rPr dirty="0" sz="3600" lang="en-US" spc="10"/>
              <a:t>s</a:t>
            </a:r>
            <a:r>
              <a:rPr dirty="0" sz="3600" lang="en-US" spc="10"/>
              <a:t>p</a:t>
            </a:r>
            <a:r>
              <a:rPr dirty="0" sz="3600" lang="en-US" spc="10"/>
              <a:t>o</a:t>
            </a:r>
            <a:r>
              <a:rPr dirty="0" sz="3600" lang="en-US" spc="10"/>
              <a:t>n</a:t>
            </a:r>
            <a:r>
              <a:rPr dirty="0" sz="3600" lang="en-US" spc="10"/>
              <a:t>s</a:t>
            </a:r>
            <a:r>
              <a:rPr dirty="0" sz="3600" lang="en-US" spc="10"/>
              <a:t>i</a:t>
            </a:r>
            <a:r>
              <a:rPr dirty="0" sz="3600" lang="en-US" spc="10"/>
              <a:t>v</a:t>
            </a:r>
            <a:r>
              <a:rPr dirty="0" sz="3600" lang="en-US" spc="10"/>
              <a:t>e</a:t>
            </a:r>
            <a:r>
              <a:rPr dirty="0" sz="3600" lang="en-US" spc="10"/>
              <a:t> </a:t>
            </a:r>
            <a:r>
              <a:rPr dirty="0" sz="3600" lang="en-US" spc="10"/>
              <a:t>design </a:t>
            </a:r>
            <a:r>
              <a:rPr dirty="0" sz="3600" lang="en-US" spc="10"/>
              <a:t>t</a:t>
            </a:r>
            <a:r>
              <a:rPr dirty="0" sz="3600" lang="en-US" spc="10"/>
              <a:t>e</a:t>
            </a:r>
            <a:r>
              <a:rPr dirty="0" sz="3600" lang="en-US" spc="10"/>
              <a:t>c</a:t>
            </a:r>
            <a:r>
              <a:rPr dirty="0" sz="3600" lang="en-US" spc="10"/>
              <a:t>h</a:t>
            </a:r>
            <a:r>
              <a:rPr dirty="0" sz="3600" lang="en-US" spc="10"/>
              <a:t>niques </a:t>
            </a:r>
            <a:r>
              <a:rPr dirty="0" sz="3600" lang="en-US" spc="10"/>
              <a:t>e</a:t>
            </a:r>
            <a:r>
              <a:rPr dirty="0" sz="3600" lang="en-US" spc="10"/>
              <a:t>n</a:t>
            </a:r>
            <a:r>
              <a:rPr dirty="0" sz="3600" lang="en-US" spc="10"/>
              <a:t>s</a:t>
            </a:r>
            <a:r>
              <a:rPr dirty="0" sz="3600" lang="en-US" spc="10"/>
              <a:t>u</a:t>
            </a:r>
            <a:r>
              <a:rPr dirty="0" sz="3600" lang="en-US" spc="10"/>
              <a:t>r</a:t>
            </a:r>
            <a:r>
              <a:rPr dirty="0" sz="3600" lang="en-US" spc="10"/>
              <a:t>e </a:t>
            </a:r>
            <a:r>
              <a:rPr dirty="0" sz="3600" lang="en-US" spc="10"/>
              <a:t>the </a:t>
            </a:r>
            <a:r>
              <a:rPr dirty="0" sz="3600" lang="en-US" spc="10"/>
              <a:t>s</a:t>
            </a:r>
            <a:r>
              <a:rPr dirty="0" sz="3600" lang="en-US" spc="10"/>
              <a:t>i</a:t>
            </a:r>
            <a:r>
              <a:rPr dirty="0" sz="3600" lang="en-US" spc="10"/>
              <a:t>t</a:t>
            </a:r>
            <a:r>
              <a:rPr dirty="0" sz="3600" lang="en-US" spc="10"/>
              <a:t>e</a:t>
            </a:r>
            <a:r>
              <a:rPr dirty="0" sz="3600" lang="en-US" spc="10"/>
              <a:t> </a:t>
            </a:r>
            <a:r>
              <a:rPr dirty="0" sz="3600" lang="en-US" spc="10"/>
              <a:t>w</a:t>
            </a:r>
            <a:r>
              <a:rPr dirty="0" sz="3600" lang="en-US" spc="10"/>
              <a:t>o</a:t>
            </a:r>
            <a:r>
              <a:rPr dirty="0" sz="3600" lang="en-US" spc="10"/>
              <a:t>rk</a:t>
            </a:r>
            <a:r>
              <a:rPr dirty="0" sz="3600" lang="en-US" spc="10"/>
              <a:t>s</a:t>
            </a:r>
            <a:r>
              <a:rPr dirty="0" sz="3600" lang="en-US" spc="10"/>
              <a:t> </a:t>
            </a:r>
            <a:r>
              <a:rPr dirty="0" sz="3600" lang="en-US" spc="10"/>
              <a:t>o</a:t>
            </a:r>
            <a:r>
              <a:rPr dirty="0" sz="3600" lang="en-US" spc="10"/>
              <a:t>n</a:t>
            </a:r>
            <a:r>
              <a:rPr dirty="0" sz="3600" lang="en-US" spc="10"/>
              <a:t> </a:t>
            </a:r>
            <a:r>
              <a:rPr dirty="0" sz="3600" lang="en-US" spc="10"/>
              <a:t>v</a:t>
            </a:r>
            <a:r>
              <a:rPr dirty="0" sz="3600" lang="en-US" spc="10"/>
              <a:t>a</a:t>
            </a:r>
            <a:r>
              <a:rPr dirty="0" sz="3600" lang="en-US" spc="10"/>
              <a:t>r</a:t>
            </a:r>
            <a:r>
              <a:rPr dirty="0" sz="3600" lang="en-US" spc="10"/>
              <a:t>ious </a:t>
            </a:r>
            <a:r>
              <a:rPr dirty="0" sz="3600" lang="en-US" spc="10"/>
              <a:t>d</a:t>
            </a:r>
            <a:r>
              <a:rPr dirty="0" sz="3600" lang="en-US" spc="10"/>
              <a:t>e</a:t>
            </a:r>
            <a:r>
              <a:rPr dirty="0" sz="3600" lang="en-US" spc="10"/>
              <a:t>v</a:t>
            </a:r>
            <a:r>
              <a:rPr dirty="0" sz="3600" lang="en-US" spc="10"/>
              <a:t>ices</a:t>
            </a:r>
            <a:r>
              <a:rPr dirty="0" sz="3600" lang="en-US" spc="10"/>
              <a:t>.</a:t>
            </a: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2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4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5" name="object 8"/>
          <p:cNvSpPr txBox="1"/>
          <p:nvPr/>
        </p:nvSpPr>
        <p:spPr>
          <a:xfrm>
            <a:off x="739775" y="291147"/>
            <a:ext cx="8794750" cy="2997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r>
              <a:rPr b="1" dirty="0" sz="4000" lang="en-US" spc="15">
                <a:latin typeface="Trebuchet MS"/>
                <a:cs typeface="Trebuchet MS"/>
              </a:rPr>
              <a:t>: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c</a:t>
            </a:r>
            <a:r>
              <a:rPr b="1" dirty="0" sz="4000" lang="en-US" spc="15">
                <a:latin typeface="Trebuchet MS"/>
                <a:cs typeface="Trebuchet MS"/>
              </a:rPr>
              <a:t>l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m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r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gn 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h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ce </a:t>
            </a:r>
            <a:r>
              <a:rPr b="1" dirty="0" sz="4000" lang="en-US" spc="15">
                <a:latin typeface="Trebuchet MS"/>
                <a:cs typeface="Trebuchet MS"/>
              </a:rPr>
              <a:t>u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r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xperience</a:t>
            </a:r>
            <a:r>
              <a:rPr b="1" dirty="0" sz="4000" lang="en-US" spc="15">
                <a:latin typeface="Trebuchet MS"/>
                <a:cs typeface="Trebuchet MS"/>
              </a:rPr>
              <a:t>.</a:t>
            </a:r>
            <a:r>
              <a:rPr b="1" dirty="0" sz="4000" lang="en-US" spc="15">
                <a:latin typeface="Trebuchet MS"/>
                <a:cs typeface="Trebuchet MS"/>
              </a:rPr>
              <a:t>l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y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u</a:t>
            </a:r>
            <a:r>
              <a:rPr b="1" dirty="0" sz="4000" lang="en-US" spc="15">
                <a:latin typeface="Trebuchet MS"/>
                <a:cs typeface="Trebuchet MS"/>
              </a:rPr>
              <a:t>t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p</a:t>
            </a:r>
            <a:r>
              <a:rPr b="1" dirty="0" sz="4000" lang="en-US" spc="15">
                <a:latin typeface="Trebuchet MS"/>
                <a:cs typeface="Trebuchet MS"/>
              </a:rPr>
              <a:t>t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m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z</a:t>
            </a:r>
            <a:r>
              <a:rPr b="1" dirty="0" sz="4000" lang="en-US" spc="15">
                <a:latin typeface="Trebuchet MS"/>
                <a:cs typeface="Trebuchet MS"/>
              </a:rPr>
              <a:t>ed </a:t>
            </a:r>
            <a:r>
              <a:rPr b="1" dirty="0" sz="4000" lang="en-US" spc="15">
                <a:latin typeface="Trebuchet MS"/>
                <a:cs typeface="Trebuchet MS"/>
              </a:rPr>
              <a:t>f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r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y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v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gation 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h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w</a:t>
            </a:r>
            <a:r>
              <a:rPr b="1" dirty="0" sz="4000" lang="en-US" spc="15">
                <a:latin typeface="Trebuchet MS"/>
                <a:cs typeface="Trebuchet MS"/>
              </a:rPr>
              <a:t>c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g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p</a:t>
            </a:r>
            <a:r>
              <a:rPr b="1" dirty="0" sz="4000" lang="en-US" spc="15">
                <a:latin typeface="Trebuchet MS"/>
                <a:cs typeface="Trebuchet MS"/>
              </a:rPr>
              <a:t>r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j</a:t>
            </a:r>
            <a:r>
              <a:rPr b="1" dirty="0" sz="4000" lang="en-US" spc="15">
                <a:latin typeface="Trebuchet MS"/>
                <a:cs typeface="Trebuchet MS"/>
              </a:rPr>
              <a:t>ects</a:t>
            </a:r>
            <a:r>
              <a:rPr b="1" dirty="0" sz="4000" lang="en-US" spc="15">
                <a:latin typeface="Trebuchet MS"/>
                <a:cs typeface="Trebuchet MS"/>
              </a:rPr>
              <a:t>.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66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3619500"/>
          </a:xfrm>
        </p:spPr>
        <p:txBody>
          <a:bodyPr/>
          <a:p>
            <a:r>
              <a:rPr dirty="0" lang="en-IN"/>
              <a:t>FEATURES AND FUNCTIONALITY</a:t>
            </a:r>
            <a:r>
              <a:rPr dirty="0" lang="en-US"/>
              <a:t>:</a:t>
            </a:r>
            <a:r>
              <a:rPr dirty="0" lang="en-US"/>
              <a:t> interactive </a:t>
            </a:r>
            <a:r>
              <a:rPr dirty="0" lang="en-US"/>
              <a:t>e</a:t>
            </a:r>
            <a:r>
              <a:rPr dirty="0" lang="en-US"/>
              <a:t>l</a:t>
            </a:r>
            <a:r>
              <a:rPr dirty="0" lang="en-US"/>
              <a:t>e</a:t>
            </a:r>
            <a:r>
              <a:rPr dirty="0" lang="en-US"/>
              <a:t>m</a:t>
            </a:r>
            <a:r>
              <a:rPr dirty="0" lang="en-US"/>
              <a:t>ents </a:t>
            </a:r>
            <a:r>
              <a:rPr dirty="0" lang="en-US"/>
              <a:t>l</a:t>
            </a:r>
            <a:r>
              <a:rPr dirty="0" lang="en-US"/>
              <a:t>i</a:t>
            </a:r>
            <a:r>
              <a:rPr dirty="0" lang="en-US"/>
              <a:t>k</a:t>
            </a:r>
            <a:r>
              <a:rPr dirty="0" lang="en-US"/>
              <a:t>e </a:t>
            </a:r>
            <a:r>
              <a:rPr dirty="0" lang="en-US"/>
              <a:t>p</a:t>
            </a:r>
            <a:r>
              <a:rPr dirty="0" lang="en-US"/>
              <a:t>r</a:t>
            </a:r>
            <a:r>
              <a:rPr dirty="0" lang="en-US"/>
              <a:t>o</a:t>
            </a:r>
            <a:r>
              <a:rPr dirty="0" lang="en-US"/>
              <a:t>j</a:t>
            </a:r>
            <a:r>
              <a:rPr dirty="0" lang="en-US"/>
              <a:t>e</a:t>
            </a:r>
            <a:r>
              <a:rPr dirty="0" lang="en-US"/>
              <a:t>ct </a:t>
            </a:r>
            <a:r>
              <a:rPr dirty="0" lang="en-US"/>
              <a:t>d</a:t>
            </a:r>
            <a:r>
              <a:rPr dirty="0" lang="en-US"/>
              <a:t>e</a:t>
            </a:r>
            <a:r>
              <a:rPr dirty="0" lang="en-US"/>
              <a:t>m</a:t>
            </a:r>
            <a:r>
              <a:rPr dirty="0" lang="en-US"/>
              <a:t>o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o</a:t>
            </a:r>
            <a:r>
              <a:rPr dirty="0" lang="en-US"/>
              <a:t>r</a:t>
            </a:r>
            <a:r>
              <a:rPr dirty="0" lang="en-US"/>
              <a:t> 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i</a:t>
            </a:r>
            <a:r>
              <a:rPr dirty="0" lang="en-US"/>
              <a:t>m</a:t>
            </a:r>
            <a:r>
              <a:rPr dirty="0" lang="en-US"/>
              <a:t>a</a:t>
            </a:r>
            <a:r>
              <a:rPr dirty="0" lang="en-US"/>
              <a:t>t</a:t>
            </a:r>
            <a:r>
              <a:rPr dirty="0" lang="en-US"/>
              <a:t>ion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n</a:t>
            </a:r>
            <a:r>
              <a:rPr dirty="0" lang="en-US"/>
              <a:t>h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c</a:t>
            </a:r>
            <a:r>
              <a:rPr dirty="0" lang="en-US"/>
              <a:t>e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n</a:t>
            </a:r>
            <a:r>
              <a:rPr dirty="0" lang="en-US"/>
              <a:t>g</a:t>
            </a:r>
            <a:r>
              <a:rPr dirty="0" lang="en-US"/>
              <a:t>a</a:t>
            </a:r>
            <a:r>
              <a:rPr dirty="0" lang="en-US"/>
              <a:t>g</a:t>
            </a:r>
            <a:r>
              <a:rPr dirty="0" lang="en-US"/>
              <a:t>e</a:t>
            </a:r>
            <a:r>
              <a:rPr dirty="0" lang="en-US"/>
              <a:t>ment</a:t>
            </a:r>
            <a:r>
              <a:rPr dirty="0" lang="en-US"/>
              <a:t>.</a:t>
            </a:r>
            <a:r>
              <a:rPr dirty="0" lang="en-US"/>
              <a:t>A</a:t>
            </a:r>
            <a:r>
              <a:rPr dirty="0" lang="en-US"/>
              <a:t> </a:t>
            </a:r>
            <a:r>
              <a:rPr dirty="0" lang="en-US"/>
              <a:t>c</a:t>
            </a:r>
            <a:r>
              <a:rPr dirty="0" lang="en-US"/>
              <a:t>o</a:t>
            </a:r>
            <a:r>
              <a:rPr dirty="0" lang="en-US"/>
              <a:t>n</a:t>
            </a: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c</a:t>
            </a:r>
            <a:r>
              <a:rPr dirty="0" lang="en-US"/>
              <a:t>t </a:t>
            </a:r>
            <a:r>
              <a:rPr dirty="0" lang="en-US"/>
              <a:t>f</a:t>
            </a:r>
            <a:r>
              <a:rPr dirty="0" lang="en-US"/>
              <a:t>o</a:t>
            </a:r>
            <a:r>
              <a:rPr dirty="0" lang="en-US"/>
              <a:t>r</a:t>
            </a:r>
            <a:r>
              <a:rPr dirty="0" lang="en-US"/>
              <a:t>m</a:t>
            </a:r>
            <a:r>
              <a:rPr dirty="0" lang="en-US"/>
              <a:t> </a:t>
            </a:r>
            <a:r>
              <a:rPr dirty="0" lang="en-US"/>
              <a:t>a</a:t>
            </a:r>
            <a:r>
              <a:rPr dirty="0" lang="en-US"/>
              <a:t>l</a:t>
            </a:r>
            <a:r>
              <a:rPr dirty="0" lang="en-US"/>
              <a:t>l</a:t>
            </a:r>
            <a:r>
              <a:rPr dirty="0" lang="en-US"/>
              <a:t>o</a:t>
            </a:r>
            <a:r>
              <a:rPr dirty="0" lang="en-US"/>
              <a:t>w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u</a:t>
            </a:r>
            <a:r>
              <a:rPr dirty="0" lang="en-US"/>
              <a:t>s</a:t>
            </a:r>
            <a:r>
              <a:rPr dirty="0" lang="en-US"/>
              <a:t>e</a:t>
            </a:r>
            <a:r>
              <a:rPr dirty="0" lang="en-US"/>
              <a:t>r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o</a:t>
            </a:r>
            <a:r>
              <a:rPr dirty="0" lang="en-US"/>
              <a:t> </a:t>
            </a:r>
            <a:r>
              <a:rPr dirty="0" lang="en-US"/>
              <a:t>g</a:t>
            </a:r>
            <a:r>
              <a:rPr dirty="0" lang="en-US"/>
              <a:t>e</a:t>
            </a:r>
            <a:r>
              <a:rPr dirty="0" lang="en-US"/>
              <a:t>t</a:t>
            </a:r>
            <a:r>
              <a:rPr dirty="0" lang="en-US"/>
              <a:t> 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o</a:t>
            </a:r>
            <a:r>
              <a:rPr dirty="0" lang="en-US"/>
              <a:t>uch </a:t>
            </a:r>
            <a:r>
              <a:rPr dirty="0" lang="en-US"/>
              <a:t>with </a:t>
            </a:r>
            <a:r>
              <a:rPr dirty="0" lang="en-US"/>
              <a:t>the </a:t>
            </a:r>
            <a:r>
              <a:rPr dirty="0" lang="en-US"/>
              <a:t>d</a:t>
            </a:r>
            <a:r>
              <a:rPr dirty="0" lang="en-US"/>
              <a:t>e</a:t>
            </a:r>
            <a:r>
              <a:rPr dirty="0" lang="en-US"/>
              <a:t>v</a:t>
            </a:r>
            <a:r>
              <a:rPr dirty="0" lang="en-US"/>
              <a:t>e</a:t>
            </a:r>
            <a:r>
              <a:rPr dirty="0" lang="en-US"/>
              <a:t>l</a:t>
            </a:r>
            <a:r>
              <a:rPr dirty="0" lang="en-US"/>
              <a:t>oper</a:t>
            </a:r>
            <a:r>
              <a:rPr dirty="0" lang="en-US"/>
              <a:t>.</a:t>
            </a:r>
            <a:endParaRPr altLang="en-US"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0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375030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r>
              <a:rPr dirty="0" sz="4250" lang="en-US" spc="15"/>
              <a:t>:</a:t>
            </a:r>
            <a:r>
              <a:rPr dirty="0" sz="4250" lang="en-US" spc="15"/>
              <a:t> screenshot</a:t>
            </a:r>
            <a:r>
              <a:rPr dirty="0" sz="4250" lang="en-US" spc="15"/>
              <a:t>s</a:t>
            </a:r>
            <a:r>
              <a:rPr dirty="0" sz="4250" lang="en-US" spc="15"/>
              <a:t> </a:t>
            </a:r>
            <a:r>
              <a:rPr dirty="0" sz="4250" lang="en-US" spc="15"/>
              <a:t>s</a:t>
            </a:r>
            <a:r>
              <a:rPr dirty="0" sz="4250" lang="en-US" spc="15"/>
              <a:t>h</a:t>
            </a:r>
            <a:r>
              <a:rPr dirty="0" sz="4250" lang="en-US" spc="15"/>
              <a:t>o</a:t>
            </a:r>
            <a:r>
              <a:rPr dirty="0" sz="4250" lang="en-US" spc="15"/>
              <a:t>w</a:t>
            </a:r>
            <a:r>
              <a:rPr dirty="0" sz="4250" lang="en-US" spc="15"/>
              <a:t>case </a:t>
            </a:r>
            <a:r>
              <a:rPr dirty="0" sz="4250" lang="en-US" spc="15"/>
              <a:t>the </a:t>
            </a:r>
            <a:r>
              <a:rPr dirty="0" sz="4250" lang="en-US" spc="15"/>
              <a:t>w</a:t>
            </a:r>
            <a:r>
              <a:rPr dirty="0" sz="4250" lang="en-US" spc="15"/>
              <a:t>e</a:t>
            </a:r>
            <a:r>
              <a:rPr dirty="0" sz="4250" lang="en-US" spc="15"/>
              <a:t>b</a:t>
            </a:r>
            <a:r>
              <a:rPr dirty="0" sz="4250" lang="en-US" spc="15"/>
              <a:t>s</a:t>
            </a:r>
            <a:r>
              <a:rPr dirty="0" sz="4250" lang="en-US" spc="15"/>
              <a:t>i</a:t>
            </a:r>
            <a:r>
              <a:rPr dirty="0" sz="4250" lang="en-US" spc="15"/>
              <a:t>te</a:t>
            </a:r>
            <a:r>
              <a:rPr dirty="0" sz="4250" lang="en-US" spc="15"/>
              <a:t>s</a:t>
            </a:r>
            <a:r>
              <a:rPr dirty="0" sz="4250" lang="en-US" spc="15"/>
              <a:t> </a:t>
            </a:r>
            <a:r>
              <a:rPr dirty="0" sz="4250" lang="en-US" spc="15"/>
              <a:t>d</a:t>
            </a:r>
            <a:r>
              <a:rPr dirty="0" sz="4250" lang="en-US" spc="15"/>
              <a:t>e</a:t>
            </a:r>
            <a:r>
              <a:rPr dirty="0" sz="4250" lang="en-US" spc="15"/>
              <a:t>s</a:t>
            </a:r>
            <a:r>
              <a:rPr dirty="0" sz="4250" lang="en-US" spc="15"/>
              <a:t>i</a:t>
            </a:r>
            <a:r>
              <a:rPr dirty="0" sz="4250" lang="en-US" spc="15"/>
              <a:t>gn </a:t>
            </a:r>
            <a:r>
              <a:rPr dirty="0" sz="4250" lang="en-US" spc="15"/>
              <a:t>and </a:t>
            </a:r>
            <a:r>
              <a:rPr dirty="0" sz="4250" lang="en-US" spc="15"/>
              <a:t>f</a:t>
            </a:r>
            <a:r>
              <a:rPr dirty="0" sz="4250" lang="en-US" spc="15"/>
              <a:t>u</a:t>
            </a:r>
            <a:r>
              <a:rPr dirty="0" sz="4250" lang="en-US" spc="15"/>
              <a:t>n</a:t>
            </a:r>
            <a:r>
              <a:rPr dirty="0" sz="4250" lang="en-US" spc="15"/>
              <a:t>c</a:t>
            </a:r>
            <a:r>
              <a:rPr dirty="0" sz="4250" lang="en-US" spc="15"/>
              <a:t>t</a:t>
            </a:r>
            <a:r>
              <a:rPr dirty="0" sz="4250" lang="en-US" spc="15"/>
              <a:t>i</a:t>
            </a:r>
            <a:r>
              <a:rPr dirty="0" sz="4250" lang="en-US" spc="15"/>
              <a:t>o</a:t>
            </a:r>
            <a:r>
              <a:rPr dirty="0" sz="4250" lang="en-US" spc="15"/>
              <a:t>n</a:t>
            </a:r>
            <a:r>
              <a:rPr dirty="0" sz="4250" lang="en-US" spc="15"/>
              <a:t>a</a:t>
            </a:r>
            <a:r>
              <a:rPr dirty="0" sz="4250" lang="en-US" spc="15"/>
              <a:t>l</a:t>
            </a:r>
            <a:r>
              <a:rPr dirty="0" sz="4250" lang="en-US" spc="15"/>
              <a:t>i</a:t>
            </a:r>
            <a:r>
              <a:rPr dirty="0" sz="4250" lang="en-US" spc="15"/>
              <a:t>t</a:t>
            </a:r>
            <a:r>
              <a:rPr dirty="0" sz="4250" lang="en-US" spc="15"/>
              <a:t>y</a:t>
            </a:r>
            <a:r>
              <a:rPr dirty="0" sz="4250" lang="en-US" spc="15"/>
              <a:t>.</a:t>
            </a:r>
            <a:r>
              <a:rPr dirty="0" sz="4250" lang="en-US" spc="15"/>
              <a:t>r</a:t>
            </a:r>
            <a:r>
              <a:rPr dirty="0" sz="4250" lang="en-US" spc="15"/>
              <a:t>e</a:t>
            </a:r>
            <a:r>
              <a:rPr dirty="0" sz="4250" lang="en-US" spc="15"/>
              <a:t>d</a:t>
            </a:r>
            <a:r>
              <a:rPr dirty="0" sz="4250" lang="en-US" spc="15"/>
              <a:t>u</a:t>
            </a:r>
            <a:r>
              <a:rPr dirty="0" sz="4250" lang="en-US" spc="15"/>
              <a:t>l</a:t>
            </a:r>
            <a:r>
              <a:rPr dirty="0" sz="4250" lang="en-US" spc="15"/>
              <a:t>t</a:t>
            </a:r>
            <a:r>
              <a:rPr dirty="0" sz="4250" lang="en-US" spc="15"/>
              <a:t>s</a:t>
            </a:r>
            <a:r>
              <a:rPr dirty="0" sz="4250" lang="en-US" spc="15"/>
              <a:t> </a:t>
            </a:r>
            <a:r>
              <a:rPr dirty="0" sz="4250" lang="en-US" spc="15"/>
              <a:t>d</a:t>
            </a:r>
            <a:r>
              <a:rPr dirty="0" sz="4250" lang="en-US" spc="15"/>
              <a:t>e</a:t>
            </a:r>
            <a:r>
              <a:rPr dirty="0" sz="4250" lang="en-US" spc="15"/>
              <a:t>m</a:t>
            </a:r>
            <a:r>
              <a:rPr dirty="0" sz="4250" lang="en-US" spc="15"/>
              <a:t>o</a:t>
            </a:r>
            <a:r>
              <a:rPr dirty="0" sz="4250" lang="en-US" spc="15"/>
              <a:t>n</a:t>
            </a:r>
            <a:r>
              <a:rPr dirty="0" sz="4250" lang="en-US" spc="15"/>
              <a:t>s</a:t>
            </a:r>
            <a:r>
              <a:rPr dirty="0" sz="4250" lang="en-US" spc="15"/>
              <a:t>t</a:t>
            </a:r>
            <a:r>
              <a:rPr dirty="0" sz="4250" lang="en-US" spc="15"/>
              <a:t>r</a:t>
            </a:r>
            <a:r>
              <a:rPr dirty="0" sz="4250" lang="en-US" spc="15"/>
              <a:t>a</a:t>
            </a:r>
            <a:r>
              <a:rPr dirty="0" sz="4250" lang="en-US" spc="15"/>
              <a:t>te</a:t>
            </a:r>
            <a:r>
              <a:rPr dirty="0" sz="4250" lang="en-US" spc="15"/>
              <a:t> </a:t>
            </a:r>
            <a:r>
              <a:rPr dirty="0" sz="4250" lang="en-US" spc="15"/>
              <a:t>t</a:t>
            </a:r>
            <a:r>
              <a:rPr dirty="0" sz="4250" lang="en-US" spc="15"/>
              <a:t>h</a:t>
            </a:r>
            <a:r>
              <a:rPr dirty="0" sz="4250" lang="en-US" spc="15"/>
              <a:t>e</a:t>
            </a:r>
            <a:r>
              <a:rPr dirty="0" sz="4250" lang="en-US" spc="15"/>
              <a:t> </a:t>
            </a:r>
            <a:r>
              <a:rPr dirty="0" sz="4250" lang="en-US" spc="15"/>
              <a:t>e</a:t>
            </a:r>
            <a:r>
              <a:rPr dirty="0" sz="4250" lang="en-US" spc="15"/>
              <a:t>ffectiveness </a:t>
            </a:r>
            <a:r>
              <a:rPr dirty="0" sz="4250" lang="en-US" spc="15"/>
              <a:t>of </a:t>
            </a:r>
            <a:r>
              <a:rPr dirty="0" sz="4250" lang="en-US" spc="15"/>
              <a:t>the </a:t>
            </a:r>
            <a:r>
              <a:rPr dirty="0" sz="4250" lang="en-US" spc="15"/>
              <a:t>p</a:t>
            </a:r>
            <a:r>
              <a:rPr dirty="0" sz="4250" lang="en-US" spc="15"/>
              <a:t>o</a:t>
            </a:r>
            <a:r>
              <a:rPr dirty="0" sz="4250" lang="en-US" spc="15"/>
              <a:t>r</a:t>
            </a:r>
            <a:r>
              <a:rPr dirty="0" sz="4250" lang="en-US" spc="15"/>
              <a:t>t</a:t>
            </a:r>
            <a:r>
              <a:rPr dirty="0" sz="4250" lang="en-US" spc="15"/>
              <a:t>f</a:t>
            </a:r>
            <a:r>
              <a:rPr dirty="0" sz="4250" lang="en-US" spc="15"/>
              <a:t>olio </a:t>
            </a:r>
            <a:r>
              <a:rPr dirty="0" sz="4250" lang="en-US" spc="15"/>
              <a:t>i</a:t>
            </a:r>
            <a:r>
              <a:rPr dirty="0" sz="4250" lang="en-US" spc="15"/>
              <a:t>n</a:t>
            </a:r>
            <a:r>
              <a:rPr dirty="0" sz="4250" lang="en-US" spc="15"/>
              <a:t> </a:t>
            </a:r>
            <a:r>
              <a:rPr dirty="0" sz="4250" lang="en-US" spc="15"/>
              <a:t>s</a:t>
            </a:r>
            <a:r>
              <a:rPr dirty="0" sz="4250" lang="en-US" spc="15"/>
              <a:t>h</a:t>
            </a:r>
            <a:r>
              <a:rPr dirty="0" sz="4250" lang="en-US" spc="15"/>
              <a:t>o</a:t>
            </a:r>
            <a:r>
              <a:rPr dirty="0" sz="4250" lang="en-US" spc="15"/>
              <a:t>w</a:t>
            </a:r>
            <a:r>
              <a:rPr dirty="0" sz="4250" lang="en-US" spc="15"/>
              <a:t>c</a:t>
            </a:r>
            <a:r>
              <a:rPr dirty="0" sz="4250" lang="en-US" spc="15"/>
              <a:t>as</a:t>
            </a:r>
            <a:r>
              <a:rPr dirty="0" sz="4250" lang="en-US" spc="15"/>
              <a:t>i</a:t>
            </a:r>
            <a:r>
              <a:rPr dirty="0" sz="4250" lang="en-US" spc="15"/>
              <a:t>ng </a:t>
            </a:r>
            <a:r>
              <a:rPr dirty="0" sz="4250" lang="en-US" spc="15"/>
              <a:t>s</a:t>
            </a:r>
            <a:r>
              <a:rPr dirty="0" sz="4250" lang="en-US" spc="15"/>
              <a:t>k</a:t>
            </a:r>
            <a:r>
              <a:rPr dirty="0" sz="4250" lang="en-US" spc="15"/>
              <a:t>i</a:t>
            </a:r>
            <a:r>
              <a:rPr dirty="0" sz="4250" lang="en-US" spc="15"/>
              <a:t>lls</a:t>
            </a:r>
            <a:r>
              <a:rPr dirty="0" sz="4250" lang="en-US" spc="15"/>
              <a:t>.</a:t>
            </a:r>
            <a:endParaRPr dirty="0" sz="425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7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78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87001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r>
              <a:rPr dirty="0" lang="en-US"/>
              <a:t>:</a:t>
            </a:r>
            <a:r>
              <a:rPr dirty="0" lang="en-US"/>
              <a:t>t</a:t>
            </a:r>
            <a:r>
              <a:rPr dirty="0" lang="en-US"/>
              <a:t>h</a:t>
            </a:r>
            <a:r>
              <a:rPr dirty="0" lang="en-US"/>
              <a:t>e</a:t>
            </a:r>
            <a:r>
              <a:rPr dirty="0" lang="en-US"/>
              <a:t> </a:t>
            </a:r>
            <a:r>
              <a:rPr dirty="0" lang="en-US"/>
              <a:t>p</a:t>
            </a:r>
            <a:r>
              <a:rPr dirty="0" lang="en-US"/>
              <a:t>o</a:t>
            </a:r>
            <a:r>
              <a:rPr dirty="0" lang="en-US"/>
              <a:t>r</a:t>
            </a:r>
            <a:r>
              <a:rPr dirty="0" lang="en-US"/>
              <a:t>t</a:t>
            </a:r>
            <a:r>
              <a:rPr dirty="0" lang="en-US"/>
              <a:t>folio </a:t>
            </a:r>
            <a:r>
              <a:rPr dirty="0" lang="en-US"/>
              <a:t>w</a:t>
            </a:r>
            <a:r>
              <a:rPr dirty="0" lang="en-US"/>
              <a:t>e</a:t>
            </a:r>
            <a:r>
              <a:rPr dirty="0" lang="en-US"/>
              <a:t>b</a:t>
            </a:r>
            <a:r>
              <a:rPr dirty="0" lang="en-US"/>
              <a:t>s</a:t>
            </a:r>
            <a:r>
              <a:rPr dirty="0" lang="en-US"/>
              <a:t>i</a:t>
            </a:r>
            <a:r>
              <a:rPr dirty="0" lang="en-US"/>
              <a:t>te </a:t>
            </a:r>
            <a:r>
              <a:rPr dirty="0" lang="en-US"/>
              <a:t>i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a</a:t>
            </a:r>
            <a:r>
              <a:rPr dirty="0" lang="en-US"/>
              <a:t> </a:t>
            </a:r>
            <a:r>
              <a:rPr dirty="0" lang="en-US"/>
              <a:t>v</a:t>
            </a:r>
            <a:r>
              <a:rPr dirty="0" lang="en-US"/>
              <a:t>i</a:t>
            </a: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l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o</a:t>
            </a:r>
            <a:r>
              <a:rPr dirty="0" lang="en-US"/>
              <a:t>o</a:t>
            </a:r>
            <a:r>
              <a:rPr dirty="0" lang="en-US"/>
              <a:t>l</a:t>
            </a:r>
            <a:r>
              <a:rPr dirty="0" lang="en-US"/>
              <a:t> </a:t>
            </a:r>
            <a:r>
              <a:rPr dirty="0" lang="en-US"/>
              <a:t>f</a:t>
            </a:r>
            <a:r>
              <a:rPr dirty="0" lang="en-US"/>
              <a:t>o</a:t>
            </a:r>
            <a:r>
              <a:rPr dirty="0" lang="en-US"/>
              <a:t>r</a:t>
            </a:r>
            <a:r>
              <a:rPr dirty="0" lang="en-US"/>
              <a:t> </a:t>
            </a:r>
            <a:r>
              <a:rPr dirty="0" lang="en-US"/>
              <a:t>o</a:t>
            </a:r>
            <a:r>
              <a:rPr dirty="0" lang="en-US"/>
              <a:t>n</a:t>
            </a:r>
            <a:r>
              <a:rPr dirty="0" lang="en-US"/>
              <a:t>l</a:t>
            </a:r>
            <a:r>
              <a:rPr dirty="0" lang="en-US"/>
              <a:t>i</a:t>
            </a:r>
            <a:r>
              <a:rPr dirty="0" lang="en-US"/>
              <a:t>ne </a:t>
            </a:r>
            <a:r>
              <a:rPr dirty="0" lang="en-US"/>
              <a:t>presence</a:t>
            </a:r>
            <a:r>
              <a:rPr dirty="0" lang="en-US"/>
              <a:t>.</a:t>
            </a:r>
            <a:r>
              <a:rPr dirty="0" lang="en-US"/>
              <a:t>i</a:t>
            </a:r>
            <a:r>
              <a:rPr dirty="0" lang="en-US"/>
              <a:t>t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f</a:t>
            </a:r>
            <a:r>
              <a:rPr dirty="0" lang="en-US"/>
              <a:t>f</a:t>
            </a:r>
            <a:r>
              <a:rPr dirty="0" lang="en-US"/>
              <a:t>e</a:t>
            </a:r>
            <a:r>
              <a:rPr dirty="0" lang="en-US"/>
              <a:t>c</a:t>
            </a:r>
            <a:r>
              <a:rPr dirty="0" lang="en-US"/>
              <a:t>tively </a:t>
            </a:r>
            <a:r>
              <a:rPr dirty="0" lang="en-US"/>
              <a:t>c</a:t>
            </a:r>
            <a:r>
              <a:rPr dirty="0" lang="en-US"/>
              <a:t>o</a:t>
            </a:r>
            <a:r>
              <a:rPr dirty="0" lang="en-US"/>
              <a:t>m</a:t>
            </a:r>
            <a:r>
              <a:rPr dirty="0" lang="en-US"/>
              <a:t>municate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h</a:t>
            </a:r>
            <a:r>
              <a:rPr dirty="0" lang="en-US"/>
              <a:t>e</a:t>
            </a:r>
            <a:r>
              <a:rPr dirty="0" lang="en-US"/>
              <a:t> </a:t>
            </a:r>
            <a:r>
              <a:rPr dirty="0" lang="en-US"/>
              <a:t>d</a:t>
            </a:r>
            <a:r>
              <a:rPr dirty="0" lang="en-US"/>
              <a:t>e</a:t>
            </a:r>
            <a:r>
              <a:rPr dirty="0" lang="en-US"/>
              <a:t>v</a:t>
            </a:r>
            <a:r>
              <a:rPr dirty="0" lang="en-US"/>
              <a:t>e</a:t>
            </a:r>
            <a:r>
              <a:rPr dirty="0" lang="en-US"/>
              <a:t>lope</a:t>
            </a:r>
            <a:r>
              <a:rPr dirty="0" lang="en-US"/>
              <a:t>r</a:t>
            </a:r>
            <a:r>
              <a:rPr dirty="0" lang="en-US"/>
              <a:t>s</a:t>
            </a:r>
            <a:r>
              <a:rPr dirty="0" lang="en-US"/>
              <a:t> </a:t>
            </a:r>
            <a:r>
              <a:rPr dirty="0" lang="en-US"/>
              <a:t>skills</a:t>
            </a:r>
            <a:r>
              <a:rPr dirty="0" lang="en-US"/>
              <a:t> 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d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x</a:t>
            </a:r>
            <a:r>
              <a:rPr dirty="0" lang="en-US"/>
              <a:t>perience </a:t>
            </a:r>
            <a:r>
              <a:rPr dirty="0" lang="en-US"/>
              <a:t> </a:t>
            </a:r>
            <a:r>
              <a:rPr dirty="0" lang="en-US"/>
              <a:t>experience </a:t>
            </a:r>
            <a:r>
              <a:rPr dirty="0" lang="en-US"/>
              <a:t>a</a:t>
            </a:r>
            <a:r>
              <a:rPr dirty="0" lang="en-US"/>
              <a:t>e</a:t>
            </a:r>
            <a:r>
              <a:rPr dirty="0" lang="en-US"/>
              <a:t>x</a:t>
            </a:r>
            <a:r>
              <a:rPr dirty="0" lang="en-US"/>
              <a:t>p</a:t>
            </a:r>
            <a:r>
              <a:rPr dirty="0" lang="en-US"/>
              <a:t>erience </a:t>
            </a:r>
            <a:endParaRPr dirty="0"/>
          </a:p>
        </p:txBody>
      </p:sp>
      <p:sp>
        <p:nvSpPr>
          <p:cNvPr id="1048679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2024-03-29T04:07:22Z</dcterms:created>
  <dcterms:modified xsi:type="dcterms:W3CDTF">2025-09-07T09:25:38Z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3eb6d77734834486bf2c3d49325daba9</vt:lpwstr>
  </property>
</Properties>
</file>